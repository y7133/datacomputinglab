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626" r:id="rId3"/>
    <p:sldId id="730" r:id="rId4"/>
    <p:sldId id="729" r:id="rId5"/>
    <p:sldId id="731" r:id="rId6"/>
    <p:sldId id="699" r:id="rId7"/>
    <p:sldId id="732" r:id="rId8"/>
    <p:sldId id="733" r:id="rId9"/>
    <p:sldId id="734" r:id="rId10"/>
    <p:sldId id="735" r:id="rId11"/>
    <p:sldId id="736" r:id="rId12"/>
    <p:sldId id="737" r:id="rId13"/>
    <p:sldId id="738" r:id="rId14"/>
    <p:sldId id="749" r:id="rId15"/>
    <p:sldId id="740" r:id="rId16"/>
    <p:sldId id="744" r:id="rId17"/>
    <p:sldId id="741" r:id="rId18"/>
    <p:sldId id="745" r:id="rId19"/>
    <p:sldId id="742" r:id="rId20"/>
    <p:sldId id="746" r:id="rId21"/>
    <p:sldId id="611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472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11" autoAdjust="0"/>
    <p:restoredTop sz="94660"/>
  </p:normalViewPr>
  <p:slideViewPr>
    <p:cSldViewPr snapToGrid="0">
      <p:cViewPr varScale="1">
        <p:scale>
          <a:sx n="63" d="100"/>
          <a:sy n="63" d="100"/>
        </p:scale>
        <p:origin x="8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890648-0623-425A-9E45-E378A81C67E8}" type="datetimeFigureOut">
              <a:rPr lang="ko-KR" altLang="en-US" smtClean="0"/>
              <a:t>2020-08-12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0B0B2F-7BA1-4F17-8DD2-0C7B81D795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109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이번주는 </a:t>
            </a:r>
            <a:r>
              <a:rPr lang="en-US" altLang="ko-KR" dirty="0"/>
              <a:t>URL</a:t>
            </a:r>
            <a:r>
              <a:rPr lang="ko-KR" altLang="en-US" dirty="0"/>
              <a:t>을 사용해서 </a:t>
            </a:r>
            <a:r>
              <a:rPr lang="en-US" altLang="ko-KR" dirty="0"/>
              <a:t>EC2</a:t>
            </a:r>
            <a:r>
              <a:rPr lang="ko-KR" altLang="en-US" dirty="0"/>
              <a:t>를 제어해보았습니다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16550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순서는 이러한 순입니다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65612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</a:t>
            </a:r>
            <a:r>
              <a:rPr lang="en-US" altLang="ko-KR" dirty="0"/>
              <a:t>EC2</a:t>
            </a:r>
            <a:r>
              <a:rPr lang="ko-KR" altLang="en-US" dirty="0"/>
              <a:t>를 제어하기 위해 </a:t>
            </a:r>
            <a:r>
              <a:rPr lang="en-US" altLang="ko-KR" dirty="0" err="1"/>
              <a:t>url</a:t>
            </a:r>
            <a:r>
              <a:rPr lang="ko-KR" altLang="en-US" dirty="0"/>
              <a:t>의 쿼리 파라미터를 보겠습니다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  <a:r>
              <a:rPr lang="en-US" altLang="ko-KR" dirty="0"/>
              <a:t>EC2 </a:t>
            </a:r>
            <a:r>
              <a:rPr lang="ko-KR" altLang="en-US" dirty="0" err="1"/>
              <a:t>동작시</a:t>
            </a:r>
            <a:r>
              <a:rPr lang="ko-KR" altLang="en-US" dirty="0"/>
              <a:t> </a:t>
            </a:r>
            <a:r>
              <a:rPr lang="en-US" altLang="ko-KR" dirty="0"/>
              <a:t>signature2</a:t>
            </a:r>
            <a:r>
              <a:rPr lang="ko-KR" altLang="en-US" dirty="0"/>
              <a:t>또는 </a:t>
            </a:r>
            <a:r>
              <a:rPr lang="en-US" altLang="ko-KR" dirty="0"/>
              <a:t>signature4</a:t>
            </a:r>
            <a:r>
              <a:rPr lang="ko-KR" altLang="en-US" dirty="0"/>
              <a:t>가 필요합니다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23298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필수 쿼리</a:t>
            </a:r>
            <a:r>
              <a:rPr lang="en-US" altLang="ko-KR" dirty="0"/>
              <a:t> </a:t>
            </a:r>
            <a:r>
              <a:rPr lang="ko-KR" altLang="en-US" dirty="0"/>
              <a:t>파라미터는 </a:t>
            </a:r>
            <a:r>
              <a:rPr lang="en-US" altLang="ko-KR" dirty="0" err="1"/>
              <a:t>Action,Version</a:t>
            </a:r>
            <a:r>
              <a:rPr lang="en-US" altLang="ko-KR" dirty="0"/>
              <a:t>,</a:t>
            </a:r>
            <a:r>
              <a:rPr lang="ko-KR" altLang="en-US" dirty="0"/>
              <a:t>알고리즘</a:t>
            </a:r>
            <a:r>
              <a:rPr lang="en-US" altLang="ko-KR" dirty="0"/>
              <a:t>,</a:t>
            </a:r>
            <a:r>
              <a:rPr lang="en-US" altLang="ko-KR" dirty="0" err="1"/>
              <a:t>crendential,date,signed</a:t>
            </a:r>
            <a:r>
              <a:rPr lang="en-US" altLang="ko-KR" dirty="0"/>
              <a:t> headers ,signature</a:t>
            </a:r>
            <a:r>
              <a:rPr lang="ko-KR" altLang="en-US" dirty="0"/>
              <a:t>가 있습니다</a:t>
            </a:r>
            <a:r>
              <a:rPr lang="en-US" altLang="ko-KR" dirty="0"/>
              <a:t>. </a:t>
            </a:r>
          </a:p>
          <a:p>
            <a:r>
              <a:rPr lang="en-US" dirty="0"/>
              <a:t>Version</a:t>
            </a:r>
            <a:r>
              <a:rPr lang="ko-KR" altLang="en-US" dirty="0"/>
              <a:t>은 </a:t>
            </a:r>
            <a:r>
              <a:rPr lang="en-US" altLang="ko-KR" dirty="0"/>
              <a:t>Action</a:t>
            </a:r>
            <a:r>
              <a:rPr lang="ko-KR" altLang="en-US" dirty="0"/>
              <a:t>파라미터를 </a:t>
            </a:r>
            <a:r>
              <a:rPr lang="ko-KR" altLang="en-US" dirty="0" err="1"/>
              <a:t>포함할때</a:t>
            </a:r>
            <a:r>
              <a:rPr lang="ko-KR" altLang="en-US" dirty="0"/>
              <a:t> 같이 쓰이는데 </a:t>
            </a:r>
            <a:r>
              <a:rPr lang="en-US" altLang="ko-KR" dirty="0" err="1"/>
              <a:t>versio</a:t>
            </a:r>
            <a:r>
              <a:rPr lang="ko-KR" altLang="en-US" dirty="0"/>
              <a:t>은 </a:t>
            </a:r>
            <a:r>
              <a:rPr lang="en-US" altLang="ko-KR" dirty="0"/>
              <a:t>Action</a:t>
            </a:r>
            <a:r>
              <a:rPr lang="ko-KR" altLang="en-US" dirty="0"/>
              <a:t>의 </a:t>
            </a:r>
            <a:r>
              <a:rPr lang="en-US" altLang="ko-KR" dirty="0" err="1"/>
              <a:t>RunInstances,StopInstances</a:t>
            </a:r>
            <a:r>
              <a:rPr lang="ko-KR" altLang="en-US" dirty="0"/>
              <a:t>를 </a:t>
            </a:r>
            <a:r>
              <a:rPr lang="ko-KR" altLang="en-US" dirty="0" err="1"/>
              <a:t>명명해놓은</a:t>
            </a:r>
            <a:r>
              <a:rPr lang="ko-KR" altLang="en-US" dirty="0"/>
              <a:t> 쿼리 </a:t>
            </a:r>
            <a:r>
              <a:rPr lang="en-US" altLang="ko-KR" dirty="0" err="1"/>
              <a:t>api</a:t>
            </a:r>
            <a:r>
              <a:rPr lang="ko-KR" altLang="en-US" dirty="0"/>
              <a:t>입니다</a:t>
            </a:r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4905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필수 쿼리 파라미터를 가지고 </a:t>
            </a:r>
            <a:r>
              <a:rPr lang="en-US" altLang="ko-KR" dirty="0"/>
              <a:t>signature</a:t>
            </a:r>
            <a:r>
              <a:rPr lang="ko-KR" altLang="en-US" dirty="0"/>
              <a:t>를 만드는데 </a:t>
            </a:r>
            <a:r>
              <a:rPr lang="en-US" altLang="ko-KR" dirty="0"/>
              <a:t>, </a:t>
            </a:r>
            <a:r>
              <a:rPr lang="ko-KR" altLang="en-US" dirty="0"/>
              <a:t>요청요소에는 </a:t>
            </a:r>
            <a:r>
              <a:rPr lang="ko-KR" altLang="en-US" dirty="0" err="1"/>
              <a:t>엔드포인드</a:t>
            </a:r>
            <a:r>
              <a:rPr lang="ko-KR" altLang="en-US" dirty="0"/>
              <a:t> 사양</a:t>
            </a:r>
            <a:r>
              <a:rPr lang="en-US" altLang="ko-KR" dirty="0"/>
              <a:t>, </a:t>
            </a:r>
            <a:r>
              <a:rPr lang="ko-KR" altLang="en-US" dirty="0"/>
              <a:t>작업</a:t>
            </a:r>
            <a:r>
              <a:rPr lang="en-US" altLang="ko-KR" dirty="0"/>
              <a:t>,</a:t>
            </a:r>
            <a:r>
              <a:rPr lang="ko-KR" altLang="en-US" dirty="0"/>
              <a:t>필수 및 선택적 파라미터</a:t>
            </a:r>
            <a:r>
              <a:rPr lang="en-US" altLang="ko-KR" dirty="0"/>
              <a:t>, </a:t>
            </a:r>
            <a:r>
              <a:rPr lang="ko-KR" altLang="en-US" dirty="0"/>
              <a:t>날짜</a:t>
            </a:r>
            <a:r>
              <a:rPr lang="en-US" altLang="ko-KR" dirty="0"/>
              <a:t>,</a:t>
            </a:r>
            <a:r>
              <a:rPr lang="ko-KR" altLang="en-US" dirty="0" err="1"/>
              <a:t>인증파라미터가</a:t>
            </a:r>
            <a:r>
              <a:rPr lang="ko-KR" altLang="en-US" dirty="0"/>
              <a:t> 필요합니다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89733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Signature</a:t>
            </a:r>
            <a:r>
              <a:rPr lang="ko-KR" altLang="en-US" dirty="0"/>
              <a:t>을 만드는 동작인데요</a:t>
            </a:r>
            <a:r>
              <a:rPr lang="en-US" altLang="ko-KR" dirty="0"/>
              <a:t>, </a:t>
            </a:r>
            <a:r>
              <a:rPr lang="ko-KR" altLang="en-US" dirty="0"/>
              <a:t>먼저 </a:t>
            </a:r>
            <a:r>
              <a:rPr lang="en-US" altLang="ko-KR" dirty="0" err="1"/>
              <a:t>get,post</a:t>
            </a:r>
            <a:r>
              <a:rPr lang="ko-KR" altLang="en-US" dirty="0"/>
              <a:t>등 </a:t>
            </a:r>
            <a:r>
              <a:rPr lang="en-US" altLang="ko-KR" dirty="0" err="1"/>
              <a:t>httpmethod</a:t>
            </a:r>
            <a:r>
              <a:rPr lang="ko-KR" altLang="en-US" dirty="0"/>
              <a:t>와 </a:t>
            </a:r>
            <a:r>
              <a:rPr lang="en-US" altLang="ko-KR" dirty="0" err="1"/>
              <a:t>urI</a:t>
            </a:r>
            <a:r>
              <a:rPr lang="en-US" altLang="ko-KR" dirty="0"/>
              <a:t>, </a:t>
            </a:r>
            <a:r>
              <a:rPr lang="ko-KR" altLang="en-US" dirty="0"/>
              <a:t>쿼리</a:t>
            </a:r>
            <a:r>
              <a:rPr lang="en-US" altLang="ko-KR" dirty="0"/>
              <a:t>,</a:t>
            </a:r>
            <a:r>
              <a:rPr lang="ko-KR" altLang="en-US" dirty="0" err="1"/>
              <a:t>헤더등을</a:t>
            </a:r>
            <a:r>
              <a:rPr lang="ko-KR" altLang="en-US" dirty="0"/>
              <a:t> 가지고 </a:t>
            </a:r>
            <a:r>
              <a:rPr lang="en-US" altLang="ko-KR" dirty="0"/>
              <a:t>sign</a:t>
            </a:r>
            <a:r>
              <a:rPr lang="ko-KR" altLang="en-US" dirty="0"/>
              <a:t>문자열을 만듭니다  그리고 </a:t>
            </a:r>
            <a:r>
              <a:rPr lang="en-US" altLang="ko-KR" dirty="0"/>
              <a:t>signature key</a:t>
            </a:r>
            <a:r>
              <a:rPr lang="ko-KR" altLang="en-US" dirty="0"/>
              <a:t>를 생성하여 </a:t>
            </a:r>
            <a:endParaRPr lang="en-US" altLang="ko-KR" dirty="0"/>
          </a:p>
          <a:p>
            <a:r>
              <a:rPr lang="en-US" dirty="0"/>
              <a:t>Sign </a:t>
            </a:r>
            <a:r>
              <a:rPr lang="ko-KR" altLang="en-US" dirty="0"/>
              <a:t>문자열과 키를 암호화하여 </a:t>
            </a:r>
            <a:r>
              <a:rPr lang="en-US" altLang="ko-KR" dirty="0" err="1"/>
              <a:t>signauture</a:t>
            </a:r>
            <a:r>
              <a:rPr lang="ko-KR" altLang="en-US" dirty="0"/>
              <a:t>를 만듭니다 이 </a:t>
            </a:r>
            <a:r>
              <a:rPr lang="en-US" altLang="ko-KR" dirty="0"/>
              <a:t>signature</a:t>
            </a:r>
            <a:r>
              <a:rPr lang="ko-KR" altLang="en-US" dirty="0"/>
              <a:t>와 </a:t>
            </a:r>
            <a:r>
              <a:rPr lang="en-US" altLang="ko-KR" dirty="0" err="1"/>
              <a:t>uri,header</a:t>
            </a:r>
            <a:r>
              <a:rPr lang="ko-KR" altLang="en-US" dirty="0"/>
              <a:t>등을 가지고 </a:t>
            </a:r>
            <a:r>
              <a:rPr lang="en-US" altLang="ko-KR" dirty="0"/>
              <a:t>request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보낼 수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520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서명단계에는 표준요청생성</a:t>
            </a:r>
            <a:r>
              <a:rPr lang="en-US" altLang="ko-KR" dirty="0"/>
              <a:t>,</a:t>
            </a:r>
            <a:r>
              <a:rPr lang="ko-KR" altLang="en-US" dirty="0"/>
              <a:t>서명할 문자열 생성</a:t>
            </a:r>
            <a:r>
              <a:rPr lang="en-US" altLang="ko-KR" dirty="0"/>
              <a:t>, </a:t>
            </a:r>
            <a:r>
              <a:rPr lang="ko-KR" altLang="en-US" dirty="0"/>
              <a:t>서명계산</a:t>
            </a:r>
            <a:r>
              <a:rPr lang="en-US" altLang="ko-KR" dirty="0"/>
              <a:t>, HTTP</a:t>
            </a:r>
            <a:r>
              <a:rPr lang="ko-KR" altLang="en-US" dirty="0"/>
              <a:t>요청에 </a:t>
            </a:r>
            <a:r>
              <a:rPr lang="ko-KR" altLang="en-US" dirty="0" err="1"/>
              <a:t>서명추가하는</a:t>
            </a:r>
            <a:r>
              <a:rPr lang="ko-KR" altLang="en-US" dirty="0"/>
              <a:t> 방식으로 이루어집니다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24716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요청내용으로는 </a:t>
            </a:r>
            <a:r>
              <a:rPr lang="en-US" altLang="ko-KR" dirty="0" err="1"/>
              <a:t>getmethod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service,host,region,endpoint,parameter</a:t>
            </a:r>
            <a:r>
              <a:rPr lang="ko-KR" altLang="en-US" dirty="0"/>
              <a:t>가 있고 밑에는 해시를 사용하여 서명 </a:t>
            </a:r>
            <a:r>
              <a:rPr lang="ko-KR" altLang="en-US" dirty="0" err="1"/>
              <a:t>키생성하는</a:t>
            </a:r>
            <a:r>
              <a:rPr lang="ko-KR" altLang="en-US" dirty="0"/>
              <a:t> 함수가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61592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그리고 </a:t>
            </a:r>
            <a:r>
              <a:rPr lang="en-US" altLang="ko-KR" dirty="0"/>
              <a:t>ec2</a:t>
            </a:r>
            <a:r>
              <a:rPr lang="ko-KR" altLang="en-US" dirty="0"/>
              <a:t>를 접근하기 위해 </a:t>
            </a:r>
            <a:r>
              <a:rPr lang="en-US" altLang="ko-KR" dirty="0"/>
              <a:t>access key</a:t>
            </a:r>
            <a:r>
              <a:rPr lang="ko-KR" altLang="en-US" dirty="0"/>
              <a:t>와 </a:t>
            </a:r>
            <a:r>
              <a:rPr lang="en-US" altLang="ko-KR" dirty="0" err="1"/>
              <a:t>secretkey</a:t>
            </a:r>
            <a:r>
              <a:rPr lang="ko-KR" altLang="en-US" dirty="0"/>
              <a:t>를 </a:t>
            </a:r>
            <a:r>
              <a:rPr lang="ko-KR" altLang="en-US" dirty="0" err="1"/>
              <a:t>명시해놓고</a:t>
            </a:r>
            <a:r>
              <a:rPr lang="ko-KR" altLang="en-US" dirty="0"/>
              <a:t> 헤더 및 자격 증명에 필요한 날짜 문자열을 생성합니다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260906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첫째로 표준요청을 생성하는데 헤더이름과 </a:t>
            </a:r>
            <a:r>
              <a:rPr lang="en-US" altLang="ko-KR" dirty="0" err="1"/>
              <a:t>signedheader</a:t>
            </a:r>
            <a:r>
              <a:rPr lang="en-US" altLang="ko-KR" dirty="0"/>
              <a:t>, hash</a:t>
            </a:r>
            <a:r>
              <a:rPr lang="ko-KR" altLang="en-US" dirty="0"/>
              <a:t>를 사용해 </a:t>
            </a:r>
            <a:r>
              <a:rPr lang="en-US" altLang="ko-KR" dirty="0" err="1"/>
              <a:t>requestbody</a:t>
            </a:r>
            <a:r>
              <a:rPr lang="en-US" altLang="ko-KR" dirty="0"/>
              <a:t> </a:t>
            </a:r>
            <a:r>
              <a:rPr lang="ko-KR" altLang="en-US" dirty="0"/>
              <a:t>내용인 </a:t>
            </a:r>
            <a:r>
              <a:rPr lang="en-US" altLang="ko-KR" dirty="0"/>
              <a:t>payload</a:t>
            </a:r>
            <a:r>
              <a:rPr lang="ko-KR" altLang="en-US" dirty="0"/>
              <a:t>를 생성합니다 그리고 </a:t>
            </a:r>
            <a:r>
              <a:rPr lang="en-US" altLang="ko-KR" dirty="0"/>
              <a:t>request</a:t>
            </a:r>
            <a:r>
              <a:rPr lang="ko-KR" altLang="en-US" dirty="0"/>
              <a:t>에 </a:t>
            </a:r>
            <a:r>
              <a:rPr lang="ko-KR" altLang="en-US" dirty="0" err="1"/>
              <a:t>넣어놓습니다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8321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서명할 문자열을 생성하는데 알고리즘과 </a:t>
            </a:r>
            <a:r>
              <a:rPr lang="ko-KR" altLang="en-US" dirty="0" err="1"/>
              <a:t>만들어놓은</a:t>
            </a:r>
            <a:r>
              <a:rPr lang="ko-KR" altLang="en-US" dirty="0"/>
              <a:t> </a:t>
            </a:r>
            <a:r>
              <a:rPr lang="en-US" altLang="ko-KR" dirty="0" err="1"/>
              <a:t>canonical_request</a:t>
            </a:r>
            <a:r>
              <a:rPr lang="ko-KR" altLang="en-US" dirty="0"/>
              <a:t>를 암호화하여 </a:t>
            </a:r>
            <a:r>
              <a:rPr lang="en-US" altLang="ko-KR" dirty="0"/>
              <a:t>sign</a:t>
            </a:r>
            <a:r>
              <a:rPr lang="ko-KR" altLang="en-US" dirty="0"/>
              <a:t>문자열을 만듭니다</a:t>
            </a:r>
            <a:r>
              <a:rPr lang="en-US" altLang="ko-KR" dirty="0"/>
              <a:t>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93378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</a:t>
            </a:r>
            <a:r>
              <a:rPr lang="en-US" altLang="ko-KR" dirty="0"/>
              <a:t>AWS </a:t>
            </a:r>
            <a:r>
              <a:rPr lang="ko-KR" altLang="en-US" dirty="0"/>
              <a:t>서명 버전에 대한 서명계산으로 </a:t>
            </a:r>
            <a:r>
              <a:rPr lang="en-US" altLang="ko-KR" dirty="0" err="1"/>
              <a:t>signkey</a:t>
            </a:r>
            <a:r>
              <a:rPr lang="ko-KR" altLang="en-US" dirty="0"/>
              <a:t>와 </a:t>
            </a:r>
            <a:r>
              <a:rPr lang="en-US" altLang="ko-KR" dirty="0"/>
              <a:t>signature</a:t>
            </a:r>
            <a:r>
              <a:rPr lang="ko-KR" altLang="en-US" dirty="0"/>
              <a:t>을 생성합니다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204487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Authorization header</a:t>
            </a:r>
            <a:r>
              <a:rPr lang="ko-KR" altLang="en-US" dirty="0"/>
              <a:t>안에 아까 작성한 </a:t>
            </a:r>
            <a:r>
              <a:rPr lang="en-US" altLang="ko-KR" dirty="0"/>
              <a:t>signature</a:t>
            </a:r>
            <a:r>
              <a:rPr lang="ko-KR" altLang="en-US" dirty="0"/>
              <a:t>을 넣고</a:t>
            </a:r>
            <a:r>
              <a:rPr lang="en-US" altLang="ko-KR" dirty="0"/>
              <a:t> request</a:t>
            </a:r>
            <a:r>
              <a:rPr lang="ko-KR" altLang="en-US" dirty="0"/>
              <a:t>에 </a:t>
            </a:r>
            <a:r>
              <a:rPr lang="en-US" altLang="ko-KR" dirty="0"/>
              <a:t>header</a:t>
            </a:r>
            <a:r>
              <a:rPr lang="ko-KR" altLang="en-US" dirty="0"/>
              <a:t>을 추가하여 </a:t>
            </a:r>
            <a:r>
              <a:rPr lang="en-US" altLang="ko-KR" dirty="0" err="1"/>
              <a:t>url</a:t>
            </a:r>
            <a:r>
              <a:rPr lang="ko-KR" altLang="en-US" dirty="0"/>
              <a:t>과 같이 요청을 보냅니다</a:t>
            </a:r>
            <a:r>
              <a:rPr lang="en-US" altLang="ko-KR" dirty="0"/>
              <a:t>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470910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만들어진</a:t>
            </a:r>
            <a:r>
              <a:rPr lang="en-US" altLang="ko-KR" dirty="0"/>
              <a:t>header</a:t>
            </a:r>
            <a:r>
              <a:rPr lang="ko-KR" altLang="en-US" dirty="0"/>
              <a:t>부분이고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284712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Action</a:t>
            </a:r>
            <a:r>
              <a:rPr lang="ko-KR" altLang="en-US" dirty="0"/>
              <a:t>이 </a:t>
            </a:r>
            <a:r>
              <a:rPr lang="en-US" altLang="ko-KR" dirty="0" err="1"/>
              <a:t>DescribeInstance</a:t>
            </a:r>
            <a:r>
              <a:rPr lang="ko-KR" altLang="en-US" dirty="0"/>
              <a:t>일 경우 이렇게 </a:t>
            </a:r>
            <a:r>
              <a:rPr lang="en-US" altLang="ko-KR" dirty="0" err="1"/>
              <a:t>instanceid</a:t>
            </a:r>
            <a:r>
              <a:rPr lang="ko-KR" altLang="en-US" dirty="0"/>
              <a:t>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942671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 인스턴스</a:t>
            </a:r>
            <a:r>
              <a:rPr lang="en-US" altLang="ko-KR" dirty="0"/>
              <a:t>id</a:t>
            </a:r>
            <a:r>
              <a:rPr lang="ko-KR" altLang="en-US" dirty="0"/>
              <a:t>에 대한 모든 정보들을 가져옵니다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426507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인스턴스 켜기는 </a:t>
            </a:r>
            <a:r>
              <a:rPr lang="en-US" altLang="ko-KR" dirty="0"/>
              <a:t>Action</a:t>
            </a:r>
            <a:r>
              <a:rPr lang="ko-KR" altLang="en-US" dirty="0"/>
              <a:t>에서 </a:t>
            </a:r>
            <a:r>
              <a:rPr lang="en-US" altLang="ko-KR" dirty="0" err="1"/>
              <a:t>StartInstances</a:t>
            </a:r>
            <a:r>
              <a:rPr lang="ko-KR" altLang="en-US" dirty="0"/>
              <a:t>과 </a:t>
            </a:r>
            <a:r>
              <a:rPr lang="en-US" altLang="ko-KR" dirty="0" err="1"/>
              <a:t>InstanceId</a:t>
            </a:r>
            <a:r>
              <a:rPr lang="ko-KR" altLang="en-US" dirty="0" err="1"/>
              <a:t>를적으면</a:t>
            </a:r>
            <a:r>
              <a:rPr lang="ko-KR" altLang="en-US" dirty="0"/>
              <a:t> 해당</a:t>
            </a:r>
            <a:r>
              <a:rPr lang="en-US" altLang="ko-KR" dirty="0"/>
              <a:t>instance</a:t>
            </a:r>
            <a:r>
              <a:rPr lang="ko-KR" altLang="en-US" dirty="0"/>
              <a:t>가 켜지고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13815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인스턴스 켜기는 </a:t>
            </a:r>
            <a:r>
              <a:rPr lang="en-US" altLang="ko-KR" dirty="0"/>
              <a:t>Action</a:t>
            </a:r>
            <a:r>
              <a:rPr lang="ko-KR" altLang="en-US" dirty="0"/>
              <a:t>에서 </a:t>
            </a:r>
            <a:r>
              <a:rPr lang="en-US" altLang="ko-KR" dirty="0" err="1"/>
              <a:t>StartInstances</a:t>
            </a:r>
            <a:r>
              <a:rPr lang="ko-KR" altLang="en-US" dirty="0"/>
              <a:t>과 </a:t>
            </a:r>
            <a:r>
              <a:rPr lang="en-US" altLang="ko-KR" dirty="0" err="1"/>
              <a:t>InstanceId</a:t>
            </a:r>
            <a:r>
              <a:rPr lang="ko-KR" altLang="en-US" dirty="0" err="1"/>
              <a:t>를적으면</a:t>
            </a:r>
            <a:r>
              <a:rPr lang="ko-KR" altLang="en-US" dirty="0"/>
              <a:t> 해당</a:t>
            </a:r>
            <a:r>
              <a:rPr lang="en-US" altLang="ko-KR" dirty="0"/>
              <a:t>instance</a:t>
            </a:r>
            <a:r>
              <a:rPr lang="ko-KR" altLang="en-US" dirty="0"/>
              <a:t>가 켜지고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612210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인스턴스 끄기는 </a:t>
            </a:r>
            <a:r>
              <a:rPr lang="en-US" altLang="ko-KR" dirty="0"/>
              <a:t>Action</a:t>
            </a:r>
            <a:r>
              <a:rPr lang="ko-KR" altLang="en-US" dirty="0"/>
              <a:t>에서 </a:t>
            </a:r>
            <a:r>
              <a:rPr lang="en-US" altLang="ko-KR" dirty="0" err="1"/>
              <a:t>StopInstances</a:t>
            </a:r>
            <a:r>
              <a:rPr lang="ko-KR" altLang="en-US" dirty="0"/>
              <a:t>라고 적으면 </a:t>
            </a:r>
            <a:r>
              <a:rPr lang="en-US" altLang="ko-KR" dirty="0"/>
              <a:t>instance</a:t>
            </a:r>
            <a:r>
              <a:rPr lang="ko-KR" altLang="en-US" dirty="0"/>
              <a:t>가 </a:t>
            </a:r>
            <a:r>
              <a:rPr lang="ko-KR" altLang="en-US" dirty="0" err="1"/>
              <a:t>꺼지게됩니다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565185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인스턴스 끄기는 </a:t>
            </a:r>
            <a:r>
              <a:rPr lang="en-US" altLang="ko-KR" dirty="0"/>
              <a:t>Action</a:t>
            </a:r>
            <a:r>
              <a:rPr lang="ko-KR" altLang="en-US" dirty="0"/>
              <a:t>에서 </a:t>
            </a:r>
            <a:r>
              <a:rPr lang="en-US" altLang="ko-KR" dirty="0" err="1"/>
              <a:t>StopInstances</a:t>
            </a:r>
            <a:r>
              <a:rPr lang="ko-KR" altLang="en-US" dirty="0"/>
              <a:t>라고 적으면 </a:t>
            </a:r>
            <a:r>
              <a:rPr lang="en-US" altLang="ko-KR" dirty="0"/>
              <a:t>instance</a:t>
            </a:r>
            <a:r>
              <a:rPr lang="ko-KR" altLang="en-US" dirty="0"/>
              <a:t>가 </a:t>
            </a:r>
            <a:r>
              <a:rPr lang="ko-KR" altLang="en-US" dirty="0" err="1"/>
              <a:t>꺼지게됩니다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833161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80168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110C23-669B-4262-AE10-D567246FC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95790B-8D9E-4E46-8231-169495C82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C9E31C-3772-4D21-BBFD-3D05B696F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F84A8C-BC08-47B2-B88C-98941327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4127A9-28AA-45E8-823D-8878676B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389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64CB6-2817-4DC9-A65F-40D5C27D3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68BC88-3C39-4D5C-86E9-22D735A02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9BD2E5-5C73-484B-86FC-A94511B46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F7ED24-E0DB-4C69-B3A5-8B619C0F0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4F50EF-EBF1-44EC-AC7D-860FC1AE1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08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4307EB-44E7-462E-A0D5-48FEC3C97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D594B2-0E01-4768-86E1-0AFEAB094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A28371-74E1-4F88-B9F0-8BF1981CA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C84C32-EF94-42FF-8FE1-B3AEF28E8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B9A78-5779-4750-8083-97E13C1BD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490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F4F88C-01C9-4FC3-93E4-8F3F30390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CB828F-385B-45CD-9428-9248E1EFA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0C0D33-FE7D-467C-B1E4-7764C68C3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766103-63E4-4E29-87C6-CCF0127E1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BD5791-A0B5-4CBE-A4C4-B94C74EAB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5DB918-FE00-4E88-B4AC-347DD670A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905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694E05-2EA4-4C2E-9710-CB796EB9F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5C29CB-E5DA-4A43-9C0E-F044D15CA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EFF0CB-8A89-4E44-ABD2-0950D9484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9C85F8C-0728-414B-8A3B-A043C387EC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D0BDEF-E195-43CD-AE73-EE64590E2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E4F6D54-1AF5-4DFB-9329-87E561CEC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2020-08-12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001D50-8E33-46FF-AA9C-D47AABF7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D9FF518-E31E-4D63-8AAE-835F7318E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375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6BD440-EB89-4A5A-878F-48E565F94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4664D8-86D0-49F9-A52B-2510EC5BE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2020-08-12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223A225-5523-4F1E-BD22-4B53795B5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520FD0-9025-4AC6-BC54-AA0145066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085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3DB147B-5B48-48D5-830A-4895601F9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2020-08-12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6614AA-002F-41D3-B443-9D9FD5A71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E2360B-69AD-4962-8BBC-D2CA0477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070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806795-6B02-4A09-A781-02ADC1B03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2CEAD2-3109-432C-9B78-FCA74B7CB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E6FC82-8894-4443-8F48-240F11754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71C32E-9CCD-4F43-AADA-A8EF11752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72AC35-DDD2-45A4-A6E8-C452491B8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6E737A-9C2F-42A8-853D-556BACDD3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509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BDB62B-DA76-459A-9797-0A1D1B461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E48AA9-38C2-4AF6-A706-E38F4B2AC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505C49-A6D4-4C0E-9158-6DF54B2D2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F96FC8-FDEB-49D3-A8B9-CA98704B1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3211BA-925D-40E9-9EBB-09CCBF9BB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4CFE6F-937D-405A-A089-13E601ECA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961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F6B286-DAD8-4E50-BC04-A4DAC6A5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F04228-82F2-4C8C-AB5E-91AF99F64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3AC888-C629-448C-B286-82A432806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C01A02-8B06-42AC-BAF8-61DAB7553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5628C2-0395-4EC5-895D-4A79ED6A4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615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4B80D8-29AD-42FD-920B-A40393FD49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BCC33C8-102E-4EC6-B15A-4D351F913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D3C67E-D7F9-4303-8FFB-81C73AC8F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64152E-D2C8-4606-9752-A4A59A903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378B2D-ACC6-4C45-9E4A-429FF09F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59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9949584" y="6439048"/>
            <a:ext cx="1955980" cy="228600"/>
          </a:xfrm>
        </p:spPr>
        <p:txBody>
          <a:bodyPr/>
          <a:lstStyle>
            <a:lvl1pP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33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EAD33F0-607D-48C5-9056-67E9A3052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96AC83-469E-4F11-A8BF-6CB495F71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466B96-15D3-4E46-83E9-D8B0E9F27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F83C2-04C5-4DE0-B630-EE88FC77DF3B}" type="datetimeFigureOut">
              <a:rPr lang="ko-KR" altLang="en-US" smtClean="0"/>
              <a:t>2020-08-12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BECDFB-D5B3-4FDE-922F-E652BD944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9C4263-FFB2-4588-9EE8-44A7158A5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018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FB4E9E6-F133-6C4A-A824-C4C4C84EAC08}"/>
              </a:ext>
            </a:extLst>
          </p:cNvPr>
          <p:cNvSpPr/>
          <p:nvPr/>
        </p:nvSpPr>
        <p:spPr>
          <a:xfrm>
            <a:off x="-11575" y="2797980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584ACA-BF48-4D47-85CD-02B6BC488F1B}"/>
              </a:ext>
            </a:extLst>
          </p:cNvPr>
          <p:cNvSpPr txBox="1"/>
          <p:nvPr/>
        </p:nvSpPr>
        <p:spPr>
          <a:xfrm>
            <a:off x="1982779" y="507951"/>
            <a:ext cx="8226442" cy="12919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3600" b="1" dirty="0">
                <a:solidFill>
                  <a:srgbClr val="C0504D">
                    <a:lumMod val="75000"/>
                  </a:srgbClr>
                </a:solidFill>
                <a:latin typeface="+mj-ea"/>
                <a:ea typeface="+mj-ea"/>
                <a:cs typeface="Times New Roman" panose="02020603050405020304" pitchFamily="18" charset="0"/>
              </a:rPr>
              <a:t>URL</a:t>
            </a:r>
            <a:r>
              <a:rPr lang="ko-KR" altLang="en-US" sz="3600" b="1" dirty="0">
                <a:solidFill>
                  <a:srgbClr val="C0504D">
                    <a:lumMod val="75000"/>
                  </a:srgbClr>
                </a:solidFill>
                <a:latin typeface="+mj-ea"/>
                <a:ea typeface="+mj-ea"/>
                <a:cs typeface="Times New Roman" panose="02020603050405020304" pitchFamily="18" charset="0"/>
              </a:rPr>
              <a:t>을 사용한 </a:t>
            </a:r>
            <a:r>
              <a:rPr lang="en-US" altLang="ko-KR" sz="3600" b="1" dirty="0">
                <a:solidFill>
                  <a:srgbClr val="C0504D">
                    <a:lumMod val="75000"/>
                  </a:srgbClr>
                </a:solidFill>
                <a:latin typeface="+mj-ea"/>
                <a:ea typeface="+mj-ea"/>
                <a:cs typeface="Times New Roman" panose="02020603050405020304" pitchFamily="18" charset="0"/>
              </a:rPr>
              <a:t>EC2</a:t>
            </a:r>
            <a:r>
              <a:rPr lang="ko-KR" altLang="en-US" sz="3600" b="1" dirty="0">
                <a:solidFill>
                  <a:srgbClr val="C0504D">
                    <a:lumMod val="75000"/>
                  </a:srgbClr>
                </a:solidFill>
                <a:latin typeface="+mj-ea"/>
                <a:ea typeface="+mj-ea"/>
                <a:cs typeface="Times New Roman" panose="02020603050405020304" pitchFamily="18" charset="0"/>
              </a:rPr>
              <a:t>제어</a:t>
            </a:r>
            <a:endParaRPr lang="en-US" altLang="ko-KR" sz="3600" b="1" dirty="0">
              <a:solidFill>
                <a:srgbClr val="C0504D">
                  <a:lumMod val="75000"/>
                </a:srgbClr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algn="ctr" defTabSz="457200" latinLnBrk="0"/>
            <a:r>
              <a:rPr lang="en-US" altLang="ko-KR" sz="2400" b="1" dirty="0">
                <a:latin typeface="+mj-ea"/>
                <a:ea typeface="+mj-ea"/>
                <a:cs typeface="Times New Roman" panose="02020603050405020304" pitchFamily="18" charset="0"/>
              </a:rPr>
              <a:t>(8.13.2020</a:t>
            </a:r>
            <a:r>
              <a:rPr lang="ko-KR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latin typeface="+mj-ea"/>
                <a:ea typeface="+mj-ea"/>
                <a:cs typeface="Times New Roman" panose="02020603050405020304" pitchFamily="18" charset="0"/>
              </a:rPr>
              <a:t>/</a:t>
            </a:r>
            <a:r>
              <a:rPr lang="ko-KR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latin typeface="+mj-ea"/>
                <a:ea typeface="+mj-ea"/>
                <a:cs typeface="Times New Roman" panose="02020603050405020304" pitchFamily="18" charset="0"/>
              </a:rPr>
              <a:t>DCLAB Seminar)</a:t>
            </a:r>
          </a:p>
          <a:p>
            <a:pPr algn="ctr" defTabSz="457200" latinLnBrk="0"/>
            <a:r>
              <a:rPr lang="ko-KR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오지영</a:t>
            </a:r>
            <a:endParaRPr lang="en-US" altLang="ko-KR" sz="2400" b="1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9" name="Picture 1">
            <a:extLst>
              <a:ext uri="{FF2B5EF4-FFF2-40B4-BE49-F238E27FC236}">
                <a16:creationId xmlns:a16="http://schemas.microsoft.com/office/drawing/2014/main" id="{B3D0E673-E21E-C84D-9059-39CF93945CD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2000"/>
          </a:blip>
          <a:srcRect t="41751" b="11146"/>
          <a:stretch/>
        </p:blipFill>
        <p:spPr>
          <a:xfrm>
            <a:off x="0" y="2963119"/>
            <a:ext cx="12192000" cy="3916350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1B32FC9-77DA-DC4F-8E98-91F379615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561" y="2251474"/>
            <a:ext cx="1515727" cy="42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794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0.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Contents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35DED6E-BB33-1E4C-ABAE-5B7F438FD0E7}"/>
              </a:ext>
            </a:extLst>
          </p:cNvPr>
          <p:cNvSpPr txBox="1"/>
          <p:nvPr/>
        </p:nvSpPr>
        <p:spPr>
          <a:xfrm>
            <a:off x="881596" y="1349970"/>
            <a:ext cx="697903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ko-KR" sz="2400" b="1" dirty="0">
                <a:latin typeface="+mj-ea"/>
                <a:ea typeface="+mj-ea"/>
              </a:rPr>
              <a:t> AWS</a:t>
            </a:r>
            <a:r>
              <a:rPr lang="ko-KR" altLang="en-US" sz="2400" b="1" dirty="0">
                <a:latin typeface="+mj-ea"/>
                <a:ea typeface="+mj-ea"/>
              </a:rPr>
              <a:t> </a:t>
            </a:r>
            <a:r>
              <a:rPr lang="en-US" altLang="ko-KR" sz="2400" b="1" dirty="0">
                <a:latin typeface="+mj-ea"/>
                <a:ea typeface="+mj-ea"/>
              </a:rPr>
              <a:t>Using Query Parameters</a:t>
            </a:r>
          </a:p>
          <a:p>
            <a:r>
              <a:rPr lang="en-US" altLang="ko-KR" sz="2400" b="1" dirty="0">
                <a:latin typeface="+mj-ea"/>
                <a:ea typeface="+mj-ea"/>
              </a:rPr>
              <a:t>	</a:t>
            </a:r>
          </a:p>
          <a:p>
            <a:endParaRPr lang="en-US" altLang="ko-KR" sz="2400" b="1" dirty="0">
              <a:latin typeface="+mj-ea"/>
              <a:ea typeface="+mj-ea"/>
            </a:endParaRPr>
          </a:p>
          <a:p>
            <a:pPr marL="457200" indent="-457200">
              <a:buAutoNum type="arabicPeriod" startAt="2"/>
            </a:pPr>
            <a:r>
              <a:rPr lang="en-US" altLang="ko-KR" sz="2400" b="1" dirty="0">
                <a:latin typeface="+mj-ea"/>
                <a:ea typeface="+mj-ea"/>
              </a:rPr>
              <a:t>  EC2</a:t>
            </a:r>
            <a:r>
              <a:rPr lang="ko-KR" altLang="en-US" sz="2400" b="1" dirty="0">
                <a:latin typeface="+mj-ea"/>
                <a:ea typeface="+mj-ea"/>
              </a:rPr>
              <a:t>제어</a:t>
            </a:r>
            <a:r>
              <a:rPr lang="en-US" altLang="ko-KR" sz="2400" b="1" dirty="0">
                <a:latin typeface="+mj-ea"/>
                <a:ea typeface="+mj-ea"/>
              </a:rPr>
              <a:t>(Python)</a:t>
            </a:r>
            <a:endParaRPr lang="en-US" altLang="ko-KR" b="1" dirty="0">
              <a:latin typeface="+mj-ea"/>
              <a:ea typeface="+mj-ea"/>
            </a:endParaRPr>
          </a:p>
          <a:p>
            <a:endParaRPr lang="en-US" sz="32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74656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lang="en-US" altLang="ko-KR" sz="2800" b="1" dirty="0">
                  <a:latin typeface="+mj-ea"/>
                </a:rPr>
                <a:t>AWS</a:t>
              </a:r>
              <a:r>
                <a:rPr lang="ko-KR" altLang="en-US" sz="2800" b="1" dirty="0">
                  <a:latin typeface="+mj-ea"/>
                </a:rPr>
                <a:t> </a:t>
              </a:r>
              <a:r>
                <a:rPr lang="en-US" altLang="ko-KR" sz="2800" b="1" dirty="0">
                  <a:latin typeface="+mj-ea"/>
                </a:rPr>
                <a:t>Using Query Parameters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대부분의 </a:t>
            </a:r>
            <a:r>
              <a:rPr lang="en-US" altLang="ko-KR" dirty="0"/>
              <a:t>Amazon EC2 API</a:t>
            </a:r>
            <a:r>
              <a:rPr lang="ko-KR" altLang="en-US" dirty="0"/>
              <a:t>동작은 이러한 파라미터를 지원한다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일반적인 매개변수는 요청에 서명하기 위해 서명버전 </a:t>
            </a:r>
            <a:r>
              <a:rPr lang="en-US" altLang="ko-KR" dirty="0"/>
              <a:t>2, </a:t>
            </a:r>
            <a:r>
              <a:rPr lang="ko-KR" altLang="en-US" dirty="0"/>
              <a:t>서명버전 </a:t>
            </a:r>
            <a:r>
              <a:rPr lang="en-US" altLang="ko-KR" dirty="0"/>
              <a:t>4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사용하는지에 따라 달라진다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br>
              <a:rPr lang="en-US" altLang="ko-KR" dirty="0"/>
            </a:b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921F483-584D-4E99-8DA1-7C52D9A9B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21" y="2192433"/>
            <a:ext cx="10276570" cy="382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731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lang="en-US" altLang="ko-KR" sz="2800" b="1" dirty="0">
                  <a:latin typeface="+mj-ea"/>
                </a:rPr>
                <a:t>AWS</a:t>
              </a:r>
              <a:r>
                <a:rPr lang="ko-KR" altLang="en-US" sz="2800" b="1" dirty="0">
                  <a:latin typeface="+mj-ea"/>
                </a:rPr>
                <a:t> </a:t>
              </a:r>
              <a:r>
                <a:rPr lang="en-US" altLang="ko-KR" sz="2800" b="1" dirty="0">
                  <a:latin typeface="+mj-ea"/>
                </a:rPr>
                <a:t>Using Query Parameters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필수 </a:t>
            </a:r>
            <a:r>
              <a:rPr lang="en-US" altLang="ko-KR" b="1" dirty="0"/>
              <a:t>Parameters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〮 Action: </a:t>
            </a:r>
            <a:r>
              <a:rPr lang="en-US" altLang="ko-KR" dirty="0" err="1"/>
              <a:t>RunInstances,StopInstances</a:t>
            </a:r>
            <a:r>
              <a:rPr lang="ko-KR" altLang="en-US" dirty="0"/>
              <a:t>등 과 같이 행동 실행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〮 Version: </a:t>
            </a:r>
            <a:r>
              <a:rPr lang="ko-KR" altLang="en-US" dirty="0"/>
              <a:t>사용하는 </a:t>
            </a:r>
            <a:r>
              <a:rPr lang="en-US" altLang="ko-KR" dirty="0"/>
              <a:t>API</a:t>
            </a:r>
            <a:r>
              <a:rPr lang="ko-KR" altLang="en-US" dirty="0"/>
              <a:t>버전</a:t>
            </a:r>
            <a:r>
              <a:rPr lang="en-US" altLang="ko-KR" dirty="0"/>
              <a:t>, </a:t>
            </a:r>
            <a:r>
              <a:rPr lang="ko-KR" altLang="en-US" dirty="0"/>
              <a:t>쿼리 요청 시 </a:t>
            </a:r>
            <a:r>
              <a:rPr lang="en-US" altLang="ko-KR" dirty="0"/>
              <a:t>Action </a:t>
            </a:r>
            <a:r>
              <a:rPr lang="ko-KR" altLang="en-US" dirty="0"/>
              <a:t>파라미터를 포함해야 할 때</a:t>
            </a:r>
            <a:r>
              <a:rPr lang="en-US" altLang="ko-KR" dirty="0"/>
              <a:t>,</a:t>
            </a:r>
            <a:r>
              <a:rPr lang="ko-KR" altLang="en-US" dirty="0"/>
              <a:t> 사용하는 </a:t>
            </a:r>
            <a:r>
              <a:rPr lang="en-US" altLang="ko-KR" dirty="0"/>
              <a:t>HTTPS</a:t>
            </a:r>
            <a:r>
              <a:rPr lang="ko-KR" altLang="en-US" dirty="0"/>
              <a:t>요청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〮 X-</a:t>
            </a:r>
            <a:r>
              <a:rPr lang="en-US" altLang="ko-KR" dirty="0" err="1"/>
              <a:t>Amz</a:t>
            </a:r>
            <a:r>
              <a:rPr lang="en-US" altLang="ko-KR" dirty="0"/>
              <a:t>-Algorithm: AWS</a:t>
            </a:r>
            <a:r>
              <a:rPr lang="ko-KR" altLang="en-US" dirty="0"/>
              <a:t> </a:t>
            </a:r>
            <a:r>
              <a:rPr lang="ko-KR" altLang="en-US" dirty="0" err="1"/>
              <a:t>시그니처</a:t>
            </a:r>
            <a:r>
              <a:rPr lang="ko-KR" altLang="en-US" dirty="0"/>
              <a:t> 버전과 </a:t>
            </a:r>
            <a:r>
              <a:rPr lang="ko-KR" altLang="en-US" dirty="0" err="1"/>
              <a:t>시그니처를</a:t>
            </a:r>
            <a:r>
              <a:rPr lang="ko-KR" altLang="en-US" dirty="0"/>
              <a:t> 계산하는데 사용한 알고리즘을 식별함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〮 X-</a:t>
            </a:r>
            <a:r>
              <a:rPr lang="en-US" altLang="ko-KR" dirty="0" err="1"/>
              <a:t>Amz</a:t>
            </a:r>
            <a:r>
              <a:rPr lang="en-US" altLang="ko-KR" dirty="0"/>
              <a:t>-Credential : </a:t>
            </a:r>
            <a:r>
              <a:rPr lang="ko-KR" altLang="en-US" dirty="0"/>
              <a:t>액세스키 </a:t>
            </a:r>
            <a:r>
              <a:rPr lang="en-US" altLang="ko-KR" dirty="0"/>
              <a:t>ID</a:t>
            </a:r>
            <a:r>
              <a:rPr lang="ko-KR" altLang="en-US" dirty="0"/>
              <a:t>외에도</a:t>
            </a:r>
            <a:r>
              <a:rPr lang="en-US" altLang="ko-KR" dirty="0"/>
              <a:t>, </a:t>
            </a:r>
            <a:r>
              <a:rPr lang="ko-KR" altLang="en-US" dirty="0"/>
              <a:t>서명이 </a:t>
            </a:r>
            <a:r>
              <a:rPr lang="en-US" altLang="ko-KR" dirty="0"/>
              <a:t>AWS</a:t>
            </a:r>
            <a:r>
              <a:rPr lang="ko-KR" altLang="en-US" dirty="0"/>
              <a:t>영역 및 서비스 안에 유효한 범위인지 식별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〮 X-</a:t>
            </a:r>
            <a:r>
              <a:rPr lang="en-US" altLang="ko-KR" dirty="0" err="1"/>
              <a:t>Amz</a:t>
            </a:r>
            <a:r>
              <a:rPr lang="en-US" altLang="ko-KR" dirty="0"/>
              <a:t>-Date:</a:t>
            </a:r>
            <a:r>
              <a:rPr lang="ko-KR" altLang="en-US" dirty="0"/>
              <a:t> 날짜 및 시간 형식은 </a:t>
            </a:r>
            <a:r>
              <a:rPr lang="en-US" altLang="ko-KR" dirty="0"/>
              <a:t>ISO 8601</a:t>
            </a:r>
            <a:r>
              <a:rPr lang="ko-KR" altLang="en-US" dirty="0"/>
              <a:t>표준을 </a:t>
            </a:r>
            <a:r>
              <a:rPr lang="ko-KR" altLang="en-US" dirty="0" err="1"/>
              <a:t>따라야하며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en-US" altLang="ko-KR" dirty="0" err="1"/>
              <a:t>yyyy</a:t>
            </a:r>
            <a:r>
              <a:rPr lang="en-US" altLang="ko-KR" dirty="0"/>
              <a:t>”</a:t>
            </a:r>
            <a:r>
              <a:rPr lang="ko-KR" altLang="en-US" dirty="0"/>
              <a:t>로 </a:t>
            </a:r>
            <a:r>
              <a:rPr lang="ko-KR" altLang="en-US" dirty="0" err="1"/>
              <a:t>포맷해야함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〮 X-</a:t>
            </a:r>
            <a:r>
              <a:rPr lang="en-US" altLang="ko-KR" dirty="0" err="1"/>
              <a:t>Amz</a:t>
            </a:r>
            <a:r>
              <a:rPr lang="en-US" altLang="ko-KR" dirty="0"/>
              <a:t>-</a:t>
            </a:r>
            <a:r>
              <a:rPr lang="en-US" altLang="ko-KR" dirty="0" err="1"/>
              <a:t>SignedHeaders</a:t>
            </a:r>
            <a:r>
              <a:rPr lang="en-US" altLang="ko-KR" dirty="0"/>
              <a:t>: </a:t>
            </a:r>
            <a:r>
              <a:rPr lang="ko-KR" altLang="en-US" dirty="0"/>
              <a:t>서명 계산에는 </a:t>
            </a:r>
            <a:r>
              <a:rPr lang="en-US" altLang="ko-KR" dirty="0"/>
              <a:t>HTTP</a:t>
            </a:r>
            <a:r>
              <a:rPr lang="ko-KR" altLang="en-US" dirty="0"/>
              <a:t>호스트 헤더와</a:t>
            </a:r>
            <a:r>
              <a:rPr lang="en-US" altLang="ko-KR" dirty="0"/>
              <a:t>, </a:t>
            </a:r>
            <a:r>
              <a:rPr lang="ko-KR" altLang="en-US" dirty="0"/>
              <a:t>요청에 추가할 </a:t>
            </a:r>
            <a:r>
              <a:rPr lang="en-US" altLang="ko-KR" dirty="0"/>
              <a:t>x-</a:t>
            </a:r>
            <a:r>
              <a:rPr lang="en-US" altLang="ko-KR" dirty="0" err="1"/>
              <a:t>amz</a:t>
            </a:r>
            <a:r>
              <a:rPr lang="en-US" altLang="ko-KR" dirty="0"/>
              <a:t>-</a:t>
            </a:r>
            <a:r>
              <a:rPr lang="ko-KR" altLang="en-US" dirty="0"/>
              <a:t>헤더가 필요하고 보안을 </a:t>
            </a:r>
            <a:endParaRPr lang="en-US" altLang="ko-KR" dirty="0"/>
          </a:p>
          <a:p>
            <a:r>
              <a:rPr lang="en-US" altLang="ko-KR" dirty="0"/>
              <a:t>		          </a:t>
            </a:r>
            <a:r>
              <a:rPr lang="ko-KR" altLang="en-US" dirty="0"/>
              <a:t>강화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〮 X-</a:t>
            </a:r>
            <a:r>
              <a:rPr lang="en-US" altLang="ko-KR" dirty="0" err="1"/>
              <a:t>Amz</a:t>
            </a:r>
            <a:r>
              <a:rPr lang="en-US" altLang="ko-KR" dirty="0"/>
              <a:t>-Signature: </a:t>
            </a:r>
            <a:r>
              <a:rPr lang="ko-KR" altLang="en-US" dirty="0"/>
              <a:t>요청을 인증하기 위한 </a:t>
            </a:r>
            <a:r>
              <a:rPr lang="en-US" altLang="ko-KR" dirty="0" err="1"/>
              <a:t>jaud</a:t>
            </a:r>
            <a:r>
              <a:rPr lang="ko-KR" altLang="en-US" dirty="0"/>
              <a:t> 제공</a:t>
            </a:r>
            <a:r>
              <a:rPr lang="en-US" altLang="ko-KR" dirty="0"/>
              <a:t>, </a:t>
            </a:r>
            <a:r>
              <a:rPr lang="ko-KR" altLang="en-US" dirty="0"/>
              <a:t>이 서명은 </a:t>
            </a:r>
            <a:r>
              <a:rPr lang="en-US" altLang="ko-KR" dirty="0"/>
              <a:t>AWS</a:t>
            </a:r>
            <a:r>
              <a:rPr lang="ko-KR" altLang="en-US" dirty="0"/>
              <a:t>가 계산한 서명과 </a:t>
            </a:r>
            <a:r>
              <a:rPr lang="ko-KR" altLang="en-US" dirty="0" err="1"/>
              <a:t>일치해야함</a:t>
            </a: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59452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lang="en-US" altLang="ko-KR" sz="2800" b="1" dirty="0">
                  <a:latin typeface="+mj-ea"/>
                </a:rPr>
                <a:t>AWS</a:t>
              </a:r>
              <a:r>
                <a:rPr lang="ko-KR" altLang="en-US" sz="2800" b="1" dirty="0">
                  <a:latin typeface="+mj-ea"/>
                </a:rPr>
                <a:t> </a:t>
              </a:r>
              <a:r>
                <a:rPr lang="en-US" altLang="ko-KR" sz="2800" b="1" dirty="0">
                  <a:latin typeface="+mj-ea"/>
                </a:rPr>
                <a:t>Using Query Parameters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33863" y="1021387"/>
            <a:ext cx="11360132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AWS</a:t>
            </a:r>
            <a:r>
              <a:rPr lang="ko-KR" altLang="en-US" b="1" dirty="0"/>
              <a:t> 서명 버전 </a:t>
            </a:r>
            <a:r>
              <a:rPr lang="en-US" altLang="ko-KR" b="1" dirty="0"/>
              <a:t>4 </a:t>
            </a:r>
            <a:r>
              <a:rPr lang="ko-KR" altLang="en-US" b="1" dirty="0"/>
              <a:t>요청 요소</a:t>
            </a:r>
            <a:endParaRPr lang="en-US" altLang="ko-KR" b="1" dirty="0"/>
          </a:p>
          <a:p>
            <a:endParaRPr lang="en-US" altLang="ko-KR" dirty="0"/>
          </a:p>
          <a:p>
            <a:r>
              <a:rPr lang="ko-KR" altLang="ko-KR" dirty="0"/>
              <a:t>〮</a:t>
            </a:r>
            <a:r>
              <a:rPr lang="en-US" altLang="ko-KR" dirty="0"/>
              <a:t> </a:t>
            </a:r>
            <a:r>
              <a:rPr lang="ko-KR" altLang="en-US" dirty="0" err="1"/>
              <a:t>엔드포인트</a:t>
            </a:r>
            <a:r>
              <a:rPr lang="ko-KR" altLang="en-US" dirty="0"/>
              <a:t> 사양</a:t>
            </a:r>
            <a:r>
              <a:rPr lang="en-US" altLang="ko-KR" dirty="0"/>
              <a:t>: Host </a:t>
            </a:r>
            <a:r>
              <a:rPr lang="ko-KR" altLang="en-US" dirty="0"/>
              <a:t>헤더로 지정</a:t>
            </a:r>
            <a:r>
              <a:rPr lang="en-US" altLang="ko-KR" dirty="0"/>
              <a:t>, </a:t>
            </a:r>
            <a:r>
              <a:rPr lang="ko-KR" altLang="en-US" dirty="0"/>
              <a:t>일반적으로 서비스 이름과 </a:t>
            </a:r>
            <a:r>
              <a:rPr lang="ko-KR" altLang="en-US" dirty="0" err="1"/>
              <a:t>리전이</a:t>
            </a:r>
            <a:r>
              <a:rPr lang="ko-KR" altLang="en-US" dirty="0"/>
              <a:t> 포함되며</a:t>
            </a:r>
            <a:r>
              <a:rPr lang="en-US" altLang="ko-KR" dirty="0"/>
              <a:t>, </a:t>
            </a:r>
            <a:r>
              <a:rPr lang="ko-KR" altLang="en-US" dirty="0"/>
              <a:t>이 두 항목은 </a:t>
            </a:r>
            <a:r>
              <a:rPr lang="en-US" altLang="ko-KR" dirty="0"/>
              <a:t>Credential </a:t>
            </a:r>
          </a:p>
          <a:p>
            <a:r>
              <a:rPr lang="en-US" altLang="ko-KR" dirty="0"/>
              <a:t>	   	 </a:t>
            </a:r>
            <a:r>
              <a:rPr lang="ko-KR" altLang="en-US" dirty="0"/>
              <a:t>인증 파라미터의 일부로 사용해야함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〮</a:t>
            </a:r>
            <a:r>
              <a:rPr lang="en-US" altLang="ko-KR" dirty="0"/>
              <a:t> </a:t>
            </a:r>
            <a:r>
              <a:rPr lang="ko-KR" altLang="en-US" dirty="0"/>
              <a:t>작업</a:t>
            </a:r>
            <a:r>
              <a:rPr lang="en-US" altLang="ko-KR" dirty="0"/>
              <a:t>: Amazon EC2 </a:t>
            </a:r>
            <a:r>
              <a:rPr lang="en-US" altLang="ko-KR" dirty="0" err="1"/>
              <a:t>DescribeInstances</a:t>
            </a:r>
            <a:r>
              <a:rPr lang="en-US" altLang="ko-KR" dirty="0"/>
              <a:t> </a:t>
            </a:r>
            <a:r>
              <a:rPr lang="ko-KR" altLang="en-US" dirty="0"/>
              <a:t>작업처럼 웹 서비스가 수행할 작업을 지정함</a:t>
            </a:r>
            <a:endParaRPr lang="en-US" altLang="ko-KR" dirty="0"/>
          </a:p>
          <a:p>
            <a:r>
              <a:rPr lang="en-US" altLang="ko-KR" dirty="0"/>
              <a:t>         </a:t>
            </a:r>
            <a:r>
              <a:rPr lang="ko-KR" altLang="en-US" dirty="0"/>
              <a:t>지정한 작업은 요청에서 사용하는 파라미터 결정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〮</a:t>
            </a:r>
            <a:r>
              <a:rPr lang="en-US" altLang="ko-KR" dirty="0"/>
              <a:t> </a:t>
            </a:r>
            <a:r>
              <a:rPr lang="ko-KR" altLang="en-US" dirty="0"/>
              <a:t>필수 및 선택적 파라미터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〮</a:t>
            </a:r>
            <a:r>
              <a:rPr lang="en-US" altLang="ko-KR" dirty="0"/>
              <a:t> </a:t>
            </a:r>
            <a:r>
              <a:rPr lang="ko-KR" altLang="en-US" dirty="0"/>
              <a:t>날짜</a:t>
            </a:r>
            <a:r>
              <a:rPr lang="en-US" altLang="ko-KR" dirty="0"/>
              <a:t>: </a:t>
            </a:r>
            <a:r>
              <a:rPr lang="ko-KR" altLang="en-US" dirty="0"/>
              <a:t>요청에 날짜를 포함하면 타사가 요청을 가로채고 나중에 다시 전송하지 못하도록 차단 가능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〮</a:t>
            </a:r>
            <a:r>
              <a:rPr lang="en-US" altLang="ko-KR" dirty="0"/>
              <a:t> </a:t>
            </a:r>
            <a:r>
              <a:rPr lang="ko-KR" altLang="en-US" dirty="0"/>
              <a:t>인증 파라미터</a:t>
            </a:r>
            <a:r>
              <a:rPr lang="en-US" altLang="ko-KR" dirty="0"/>
              <a:t>: AWS</a:t>
            </a:r>
            <a:r>
              <a:rPr lang="ko-KR" altLang="en-US" dirty="0"/>
              <a:t>가 요청의 유효성 및 진위를 확인하기 위해 사용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ko-KR" dirty="0"/>
              <a:t> </a:t>
            </a:r>
            <a:r>
              <a:rPr lang="ko-KR" altLang="ko-KR" sz="1600" dirty="0"/>
              <a:t>〮</a:t>
            </a:r>
            <a:r>
              <a:rPr lang="en-US" altLang="ko-KR" sz="1600" dirty="0"/>
              <a:t> </a:t>
            </a:r>
            <a:r>
              <a:rPr lang="ko-KR" altLang="en-US" sz="1600" dirty="0"/>
              <a:t>알고리즘</a:t>
            </a:r>
            <a:r>
              <a:rPr lang="en-US" altLang="ko-KR" sz="1600" dirty="0"/>
              <a:t>:</a:t>
            </a:r>
            <a:r>
              <a:rPr lang="ko-KR" altLang="en-US" sz="1600" dirty="0"/>
              <a:t> 해시 알고리즘 등</a:t>
            </a:r>
            <a:endParaRPr lang="en-US" altLang="ko-KR" sz="1600" dirty="0"/>
          </a:p>
          <a:p>
            <a:r>
              <a:rPr lang="en-US" altLang="ko-KR" sz="1600" dirty="0"/>
              <a:t>	</a:t>
            </a:r>
            <a:r>
              <a:rPr lang="ko-KR" altLang="ko-KR" sz="1600" dirty="0"/>
              <a:t> 〮</a:t>
            </a:r>
            <a:r>
              <a:rPr lang="en-US" altLang="ko-KR" sz="1600" dirty="0"/>
              <a:t> </a:t>
            </a:r>
            <a:r>
              <a:rPr lang="ko-KR" altLang="en-US" sz="1600" dirty="0"/>
              <a:t>자경 증명 범위</a:t>
            </a:r>
            <a:r>
              <a:rPr lang="en-US" altLang="ko-KR" sz="1600" dirty="0"/>
              <a:t>: </a:t>
            </a:r>
            <a:r>
              <a:rPr lang="ko-KR" altLang="en-US" sz="1600" dirty="0"/>
              <a:t>사용자의 액세스 키 </a:t>
            </a:r>
            <a:r>
              <a:rPr lang="en-US" altLang="ko-KR" sz="1600" dirty="0"/>
              <a:t>ID</a:t>
            </a:r>
            <a:r>
              <a:rPr lang="ko-KR" altLang="en-US" sz="1600" dirty="0"/>
              <a:t>와 자격 증명 범위 구성요소를 연결해 형성한 슬래시로 </a:t>
            </a:r>
            <a:endParaRPr lang="en-US" altLang="ko-KR" sz="1600" dirty="0"/>
          </a:p>
          <a:p>
            <a:r>
              <a:rPr lang="en-US" altLang="ko-KR" sz="1600" dirty="0"/>
              <a:t>	   	          </a:t>
            </a:r>
            <a:r>
              <a:rPr lang="ko-KR" altLang="en-US" sz="1600" dirty="0"/>
              <a:t>구분한 문자열</a:t>
            </a:r>
            <a:endParaRPr lang="en-US" altLang="ko-KR" sz="1600" dirty="0"/>
          </a:p>
          <a:p>
            <a:r>
              <a:rPr lang="en-US" altLang="ko-KR" sz="1600" dirty="0"/>
              <a:t>	</a:t>
            </a:r>
            <a:r>
              <a:rPr lang="ko-KR" altLang="ko-KR" sz="1600" dirty="0"/>
              <a:t> 〮</a:t>
            </a:r>
            <a:r>
              <a:rPr lang="en-US" altLang="ko-KR" sz="1600" dirty="0"/>
              <a:t> </a:t>
            </a:r>
            <a:r>
              <a:rPr lang="en-US" altLang="ko-KR" sz="1600" dirty="0" err="1"/>
              <a:t>SignHeaders</a:t>
            </a:r>
            <a:endParaRPr lang="en-US" altLang="ko-KR" sz="1600" dirty="0"/>
          </a:p>
          <a:p>
            <a:r>
              <a:rPr lang="en-US" altLang="ko-KR" sz="1600" dirty="0"/>
              <a:t>	</a:t>
            </a:r>
            <a:r>
              <a:rPr lang="ko-KR" altLang="ko-KR" sz="1600" dirty="0"/>
              <a:t> 〮</a:t>
            </a:r>
            <a:r>
              <a:rPr lang="en-US" altLang="ko-KR" sz="1600" dirty="0"/>
              <a:t> Signature: </a:t>
            </a:r>
            <a:r>
              <a:rPr lang="ko-KR" altLang="en-US" sz="1600" dirty="0"/>
              <a:t>서명작업의</a:t>
            </a:r>
            <a:r>
              <a:rPr lang="en-US" altLang="ko-KR" sz="1600" dirty="0"/>
              <a:t> </a:t>
            </a:r>
            <a:r>
              <a:rPr lang="ko-KR" altLang="en-US" sz="1600" dirty="0"/>
              <a:t>출력을 나타내는 </a:t>
            </a:r>
            <a:r>
              <a:rPr lang="en-US" altLang="ko-KR" sz="1600" dirty="0"/>
              <a:t>16</a:t>
            </a:r>
            <a:r>
              <a:rPr lang="ko-KR" altLang="en-US" sz="1600" dirty="0"/>
              <a:t>진수로 인코딩한 문자열</a:t>
            </a:r>
            <a:endParaRPr lang="en-US" altLang="ko-KR" sz="1600" dirty="0"/>
          </a:p>
          <a:p>
            <a:endParaRPr lang="en-US" altLang="ko-KR" dirty="0"/>
          </a:p>
          <a:p>
            <a:endParaRPr lang="en-US" altLang="ko-KR" dirty="0"/>
          </a:p>
          <a:p>
            <a:br>
              <a:rPr lang="en-US" altLang="ko-KR" dirty="0"/>
            </a:b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06166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lang="en-US" altLang="ko-KR" sz="2800" b="1" dirty="0">
                  <a:latin typeface="+mj-ea"/>
                </a:rPr>
                <a:t>AWS</a:t>
              </a:r>
              <a:r>
                <a:rPr lang="ko-KR" altLang="en-US" sz="2800" b="1" dirty="0">
                  <a:latin typeface="+mj-ea"/>
                </a:rPr>
                <a:t> </a:t>
              </a:r>
              <a:r>
                <a:rPr lang="en-US" altLang="ko-KR" sz="2800" b="1" dirty="0">
                  <a:latin typeface="+mj-ea"/>
                </a:rPr>
                <a:t>Using Query Parameters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33863" y="1021387"/>
            <a:ext cx="113601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br>
              <a:rPr lang="en-US" altLang="ko-KR" dirty="0"/>
            </a:b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198F3A7-3584-4AFB-81A6-A9358C67F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755" y="807440"/>
            <a:ext cx="6922232" cy="588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90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lang="en-US" altLang="ko-KR" sz="2800" b="1" dirty="0">
                  <a:latin typeface="+mj-ea"/>
                </a:rPr>
                <a:t>AWS</a:t>
              </a:r>
              <a:r>
                <a:rPr lang="ko-KR" altLang="en-US" sz="2800" b="1" dirty="0">
                  <a:latin typeface="+mj-ea"/>
                </a:rPr>
                <a:t> </a:t>
              </a:r>
              <a:r>
                <a:rPr lang="en-US" altLang="ko-KR" sz="2800" b="1" dirty="0">
                  <a:latin typeface="+mj-ea"/>
                </a:rPr>
                <a:t>Using Query Parameters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33863" y="1021387"/>
            <a:ext cx="11360132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서명 단계 요약</a:t>
            </a:r>
            <a:endParaRPr lang="en-US" altLang="ko-KR" b="1" dirty="0"/>
          </a:p>
          <a:p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서명 버전 </a:t>
            </a:r>
            <a:r>
              <a:rPr lang="en-US" altLang="ko-KR" dirty="0"/>
              <a:t>4 </a:t>
            </a:r>
            <a:r>
              <a:rPr lang="ko-KR" altLang="en-US" dirty="0"/>
              <a:t>에 대한 표준 요청 생성</a:t>
            </a:r>
            <a:endParaRPr lang="en-US" altLang="ko-KR" dirty="0"/>
          </a:p>
          <a:p>
            <a:r>
              <a:rPr lang="en-US" altLang="ko-KR" dirty="0"/>
              <a:t>	〮 </a:t>
            </a:r>
            <a:r>
              <a:rPr lang="ko-KR" altLang="en-US" sz="1600" dirty="0"/>
              <a:t>요청 내용을 표준 형식으로 정렬</a:t>
            </a:r>
            <a:endParaRPr lang="en-US" altLang="ko-KR" sz="1600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서명 버전 </a:t>
            </a:r>
            <a:r>
              <a:rPr lang="en-US" altLang="ko-KR" dirty="0"/>
              <a:t>4</a:t>
            </a:r>
            <a:r>
              <a:rPr lang="ko-KR" altLang="en-US" dirty="0"/>
              <a:t>에 서명할 문자열 생성</a:t>
            </a:r>
            <a:endParaRPr lang="en-US" altLang="ko-KR" dirty="0"/>
          </a:p>
          <a:p>
            <a:r>
              <a:rPr lang="en-US" altLang="ko-KR" dirty="0"/>
              <a:t>	〮 </a:t>
            </a:r>
            <a:r>
              <a:rPr lang="ko-KR" altLang="en-US" sz="1600" dirty="0"/>
              <a:t>표준요청과 추가정보</a:t>
            </a:r>
            <a:r>
              <a:rPr lang="en-US" altLang="ko-KR" sz="1600" dirty="0"/>
              <a:t>(</a:t>
            </a:r>
            <a:r>
              <a:rPr lang="ko-KR" altLang="en-US" sz="1600" dirty="0"/>
              <a:t>알고리즘</a:t>
            </a:r>
            <a:r>
              <a:rPr lang="en-US" altLang="ko-KR" sz="1600" dirty="0"/>
              <a:t>,</a:t>
            </a:r>
            <a:r>
              <a:rPr lang="ko-KR" altLang="en-US" sz="1600" dirty="0"/>
              <a:t>요청 날짜</a:t>
            </a:r>
            <a:r>
              <a:rPr lang="en-US" altLang="ko-KR" sz="1600" dirty="0"/>
              <a:t>, </a:t>
            </a:r>
            <a:r>
              <a:rPr lang="ko-KR" altLang="en-US" sz="1600" dirty="0"/>
              <a:t>자격 증명 범위</a:t>
            </a:r>
            <a:r>
              <a:rPr lang="en-US" altLang="ko-KR" sz="1600" dirty="0"/>
              <a:t>, </a:t>
            </a:r>
            <a:r>
              <a:rPr lang="ko-KR" altLang="en-US" sz="1600" dirty="0"/>
              <a:t>표준 요청의 다이제스트</a:t>
            </a:r>
            <a:r>
              <a:rPr lang="en-US" altLang="ko-KR" sz="1600" dirty="0"/>
              <a:t>)</a:t>
            </a:r>
            <a:r>
              <a:rPr lang="ko-KR" altLang="en-US" sz="1600" dirty="0"/>
              <a:t>를 사용하여</a:t>
            </a:r>
            <a:endParaRPr lang="en-US" altLang="ko-KR" sz="1600" dirty="0"/>
          </a:p>
          <a:p>
            <a:r>
              <a:rPr lang="en-US" altLang="ko-KR" sz="1600" dirty="0"/>
              <a:t>	  </a:t>
            </a:r>
            <a:r>
              <a:rPr lang="ko-KR" altLang="en-US" sz="1600" dirty="0"/>
              <a:t>서명할 문자열 생성</a:t>
            </a:r>
            <a:endParaRPr lang="en-US" altLang="ko-KR" sz="1600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 AWS </a:t>
            </a:r>
            <a:r>
              <a:rPr lang="ko-KR" altLang="en-US" dirty="0"/>
              <a:t>서명 버전에 대한 서명 계산</a:t>
            </a:r>
            <a:endParaRPr lang="en-US" altLang="ko-KR" dirty="0"/>
          </a:p>
          <a:p>
            <a:r>
              <a:rPr lang="en-US" altLang="ko-KR" dirty="0"/>
              <a:t>	 </a:t>
            </a:r>
            <a:r>
              <a:rPr lang="en-US" altLang="ko-KR" sz="1600" dirty="0"/>
              <a:t>〮 AWS </a:t>
            </a:r>
            <a:r>
              <a:rPr lang="ko-KR" altLang="en-US" sz="1600" dirty="0"/>
              <a:t>보안 액세스 키를 초기 해시 작업에 대한 키로 사용하여 요청 날짜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리전</a:t>
            </a:r>
            <a:r>
              <a:rPr lang="ko-KR" altLang="en-US" sz="1600" dirty="0"/>
              <a:t> 및 서비스에 대한 </a:t>
            </a:r>
            <a:r>
              <a:rPr lang="en-US" altLang="ko-KR" sz="1600" dirty="0"/>
              <a:t>	   </a:t>
            </a:r>
          </a:p>
          <a:p>
            <a:r>
              <a:rPr lang="en-US" altLang="ko-KR" sz="1600" dirty="0"/>
              <a:t>	   </a:t>
            </a:r>
            <a:r>
              <a:rPr lang="ko-KR" altLang="en-US" sz="1600" dirty="0"/>
              <a:t>키가 추가된 일련의 해시작업을 수행하여 서명 키 추출 </a:t>
            </a:r>
            <a:endParaRPr lang="en-US" altLang="ko-KR" sz="1600" dirty="0"/>
          </a:p>
          <a:p>
            <a:r>
              <a:rPr lang="en-US" altLang="ko-KR" sz="1600" dirty="0"/>
              <a:t>	 〮 </a:t>
            </a:r>
            <a:r>
              <a:rPr lang="ko-KR" altLang="en-US" sz="1600" dirty="0"/>
              <a:t>서명 키를 만든 후 서명할 문자열에 대해 키가 추가된 해시 작업을 수행하여 서명을 계산</a:t>
            </a:r>
            <a:endParaRPr lang="en-US" altLang="ko-KR" sz="1600" dirty="0"/>
          </a:p>
          <a:p>
            <a:r>
              <a:rPr lang="en-US" altLang="ko-KR" sz="1600" dirty="0"/>
              <a:t>	 〮 </a:t>
            </a:r>
            <a:r>
              <a:rPr lang="ko-KR" altLang="en-US" sz="1600" dirty="0"/>
              <a:t>파생된 서명 키를 이 작업에 대한 해시키로 사용</a:t>
            </a:r>
            <a:endParaRPr lang="en-US" altLang="ko-KR" sz="1600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4. HTTP</a:t>
            </a:r>
            <a:r>
              <a:rPr lang="ko-KR" altLang="en-US" dirty="0"/>
              <a:t>요청에 서명 추가 </a:t>
            </a:r>
            <a:r>
              <a:rPr lang="en-US" altLang="ko-KR" dirty="0"/>
              <a:t> 	</a:t>
            </a:r>
          </a:p>
          <a:p>
            <a:endParaRPr lang="en-US" altLang="ko-KR" dirty="0"/>
          </a:p>
          <a:p>
            <a:br>
              <a:rPr lang="en-US" altLang="ko-KR" dirty="0"/>
            </a:b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05277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lang="en-US" altLang="ko-KR" sz="2800" b="1" dirty="0">
                  <a:latin typeface="+mj-ea"/>
                </a:rPr>
                <a:t>EC2</a:t>
              </a:r>
              <a:r>
                <a:rPr lang="ko-KR" altLang="en-US" sz="2800" b="1" dirty="0">
                  <a:latin typeface="+mj-ea"/>
                </a:rPr>
                <a:t>제어</a:t>
              </a:r>
              <a:r>
                <a:rPr lang="en-US" altLang="ko-KR" sz="2800" b="1" dirty="0">
                  <a:latin typeface="+mj-ea"/>
                </a:rPr>
                <a:t>(Python)</a:t>
              </a:r>
              <a:endParaRPr lang="en-US" altLang="ko-KR" sz="2000" b="1" dirty="0">
                <a:latin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179863" y="979778"/>
            <a:ext cx="113601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요청 내용 및 서명키 생성</a:t>
            </a:r>
            <a:endParaRPr lang="en-US" altLang="ko-KR" dirty="0"/>
          </a:p>
          <a:p>
            <a:br>
              <a:rPr lang="en-US" altLang="ko-KR" dirty="0"/>
            </a:b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00BB911-F29E-42EB-AACC-29C21527C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624" y="1473200"/>
            <a:ext cx="9505950" cy="519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20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</a:rPr>
                <a:t>2.</a:t>
              </a:r>
              <a:r>
                <a:rPr kumimoji="1" lang="ko-KR" altLang="en-US" sz="2800" b="1" dirty="0">
                  <a:latin typeface="+mj-ea"/>
                </a:rPr>
                <a:t> </a:t>
              </a:r>
              <a:r>
                <a:rPr lang="en-US" altLang="ko-KR" sz="2800" b="1" dirty="0">
                  <a:latin typeface="+mj-ea"/>
                </a:rPr>
                <a:t>EC2</a:t>
              </a:r>
              <a:r>
                <a:rPr lang="ko-KR" altLang="en-US" sz="2800" b="1" dirty="0">
                  <a:latin typeface="+mj-ea"/>
                </a:rPr>
                <a:t>제어</a:t>
              </a:r>
              <a:r>
                <a:rPr lang="en-US" altLang="ko-KR" sz="2800" b="1" dirty="0">
                  <a:latin typeface="+mj-ea"/>
                </a:rPr>
                <a:t>(Python)</a:t>
              </a:r>
              <a:endParaRPr lang="en-US" altLang="ko-KR" sz="2000" b="1" dirty="0">
                <a:latin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179863" y="979778"/>
            <a:ext cx="113601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Key&amp;datetime</a:t>
            </a:r>
            <a:br>
              <a:rPr lang="en-US" altLang="ko-KR" dirty="0"/>
            </a:b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7418949-7D29-4EFD-A0FE-B3A8AC698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813" y="1689679"/>
            <a:ext cx="9966116" cy="444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361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</a:rPr>
                <a:t>2.</a:t>
              </a:r>
              <a:r>
                <a:rPr kumimoji="1" lang="ko-KR" altLang="en-US" sz="2800" b="1" dirty="0">
                  <a:latin typeface="+mj-ea"/>
                </a:rPr>
                <a:t> </a:t>
              </a:r>
              <a:r>
                <a:rPr lang="en-US" altLang="ko-KR" sz="2800" b="1" dirty="0">
                  <a:latin typeface="+mj-ea"/>
                </a:rPr>
                <a:t>EC2</a:t>
              </a:r>
              <a:r>
                <a:rPr lang="ko-KR" altLang="en-US" sz="2800" b="1" dirty="0">
                  <a:latin typeface="+mj-ea"/>
                </a:rPr>
                <a:t>제어</a:t>
              </a:r>
              <a:r>
                <a:rPr lang="en-US" altLang="ko-KR" sz="2800" b="1" dirty="0">
                  <a:latin typeface="+mj-ea"/>
                </a:rPr>
                <a:t>(Python)</a:t>
              </a: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179863" y="979778"/>
            <a:ext cx="113601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표준 요청 생성</a:t>
            </a:r>
            <a:br>
              <a:rPr lang="en-US" altLang="ko-KR" dirty="0"/>
            </a:b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E358FD4-C81F-4759-BA62-E77D6D699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34" y="1579942"/>
            <a:ext cx="11360132" cy="469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57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</a:rPr>
                <a:t>2.</a:t>
              </a:r>
              <a:r>
                <a:rPr kumimoji="1" lang="ko-KR" altLang="en-US" sz="2800" b="1" dirty="0">
                  <a:latin typeface="+mj-ea"/>
                </a:rPr>
                <a:t> </a:t>
              </a:r>
              <a:r>
                <a:rPr lang="en-US" altLang="ko-KR" sz="2800" b="1" dirty="0">
                  <a:latin typeface="+mj-ea"/>
                </a:rPr>
                <a:t>EC2</a:t>
              </a:r>
              <a:r>
                <a:rPr lang="ko-KR" altLang="en-US" sz="2800" b="1" dirty="0">
                  <a:latin typeface="+mj-ea"/>
                </a:rPr>
                <a:t>제어</a:t>
              </a:r>
              <a:r>
                <a:rPr lang="en-US" altLang="ko-KR" sz="2800" b="1" dirty="0">
                  <a:latin typeface="+mj-ea"/>
                </a:rPr>
                <a:t>(Python)</a:t>
              </a:r>
              <a:endParaRPr lang="en-US" altLang="ko-KR" sz="2000" b="1" dirty="0">
                <a:latin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179863" y="979778"/>
            <a:ext cx="113601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서명할 문자열 생성</a:t>
            </a:r>
            <a:br>
              <a:rPr lang="en-US" altLang="ko-KR" dirty="0"/>
            </a:b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0577F3-D76B-4A3B-AF8B-3E149C47E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63" y="2225629"/>
            <a:ext cx="11298124" cy="188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364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</a:rPr>
                <a:t>2.</a:t>
              </a:r>
              <a:r>
                <a:rPr kumimoji="1" lang="ko-KR" altLang="en-US" sz="2800" b="1" dirty="0">
                  <a:latin typeface="+mj-ea"/>
                </a:rPr>
                <a:t> </a:t>
              </a:r>
              <a:r>
                <a:rPr lang="en-US" altLang="ko-KR" sz="2800" b="1" dirty="0">
                  <a:latin typeface="+mj-ea"/>
                </a:rPr>
                <a:t>EC2</a:t>
              </a:r>
              <a:r>
                <a:rPr lang="ko-KR" altLang="en-US" sz="2800" b="1" dirty="0">
                  <a:latin typeface="+mj-ea"/>
                </a:rPr>
                <a:t>제어</a:t>
              </a:r>
              <a:r>
                <a:rPr lang="en-US" altLang="ko-KR" sz="2800" b="1" dirty="0">
                  <a:latin typeface="+mj-ea"/>
                </a:rPr>
                <a:t>(Python)</a:t>
              </a:r>
              <a:endParaRPr lang="en-US" altLang="ko-KR" sz="2000" b="1" dirty="0">
                <a:latin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179863" y="979778"/>
            <a:ext cx="113601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AWS</a:t>
            </a:r>
            <a:r>
              <a:rPr lang="ko-KR" altLang="en-US" dirty="0"/>
              <a:t> 서명 버전에 대한 서명 계산</a:t>
            </a:r>
            <a:br>
              <a:rPr lang="en-US" altLang="ko-KR" dirty="0"/>
            </a:b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E8FC56B-0777-4A6C-915F-95FD70655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20" y="2328377"/>
            <a:ext cx="110013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936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</a:rPr>
                <a:t>2.</a:t>
              </a:r>
              <a:r>
                <a:rPr kumimoji="1" lang="ko-KR" altLang="en-US" sz="2800" b="1" dirty="0">
                  <a:latin typeface="+mj-ea"/>
                </a:rPr>
                <a:t> </a:t>
              </a:r>
              <a:r>
                <a:rPr lang="en-US" altLang="ko-KR" sz="2800" b="1" dirty="0">
                  <a:latin typeface="+mj-ea"/>
                </a:rPr>
                <a:t>EC2</a:t>
              </a:r>
              <a:r>
                <a:rPr lang="ko-KR" altLang="en-US" sz="2800" b="1" dirty="0">
                  <a:latin typeface="+mj-ea"/>
                </a:rPr>
                <a:t>제어</a:t>
              </a:r>
              <a:r>
                <a:rPr lang="en-US" altLang="ko-KR" sz="2800" b="1" dirty="0">
                  <a:latin typeface="+mj-ea"/>
                </a:rPr>
                <a:t>(Python)</a:t>
              </a:r>
              <a:endParaRPr lang="en-US" altLang="ko-KR" sz="2000" b="1" dirty="0">
                <a:latin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179863" y="979778"/>
            <a:ext cx="113601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Http</a:t>
            </a:r>
            <a:r>
              <a:rPr lang="ko-KR" altLang="en-US" dirty="0"/>
              <a:t>요청에 서명 추가</a:t>
            </a:r>
            <a:r>
              <a:rPr lang="en-US" altLang="ko-KR" dirty="0"/>
              <a:t>, </a:t>
            </a:r>
            <a:r>
              <a:rPr lang="ko-KR" altLang="en-US" dirty="0"/>
              <a:t>요청 보내기</a:t>
            </a:r>
            <a:br>
              <a:rPr lang="en-US" altLang="ko-KR" dirty="0"/>
            </a:b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6D9A553-594D-49D3-9DE1-305E0C394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71" y="1579942"/>
            <a:ext cx="11663693" cy="453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934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</a:rPr>
                <a:t>2.</a:t>
              </a:r>
              <a:r>
                <a:rPr kumimoji="1" lang="ko-KR" altLang="en-US" sz="2800" b="1" dirty="0">
                  <a:latin typeface="+mj-ea"/>
                </a:rPr>
                <a:t> </a:t>
              </a:r>
              <a:r>
                <a:rPr lang="en-US" altLang="ko-KR" sz="2800" b="1" dirty="0">
                  <a:latin typeface="+mj-ea"/>
                </a:rPr>
                <a:t>EC2</a:t>
              </a:r>
              <a:r>
                <a:rPr lang="ko-KR" altLang="en-US" sz="2800" b="1" dirty="0">
                  <a:latin typeface="+mj-ea"/>
                </a:rPr>
                <a:t>제어</a:t>
              </a:r>
              <a:r>
                <a:rPr lang="en-US" altLang="ko-KR" sz="2800" b="1" dirty="0">
                  <a:latin typeface="+mj-ea"/>
                </a:rPr>
                <a:t>(Python)</a:t>
              </a:r>
              <a:endParaRPr lang="en-US" altLang="ko-KR" sz="2000" b="1" dirty="0">
                <a:latin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179863" y="979778"/>
            <a:ext cx="113601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〮 </a:t>
            </a:r>
            <a:r>
              <a:rPr lang="ko-KR" altLang="en-US" dirty="0"/>
              <a:t>인스턴스 가져오기</a:t>
            </a:r>
            <a:br>
              <a:rPr lang="en-US" altLang="ko-KR" dirty="0"/>
            </a:b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D8147F9-3A05-40E3-9EB0-16A883A3A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80" y="1731681"/>
            <a:ext cx="11267440" cy="373281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C1DE935C-D9A7-4B73-922E-ADEFEB8FFBE1}"/>
              </a:ext>
            </a:extLst>
          </p:cNvPr>
          <p:cNvSpPr/>
          <p:nvPr/>
        </p:nvSpPr>
        <p:spPr>
          <a:xfrm>
            <a:off x="386079" y="3505199"/>
            <a:ext cx="11153915" cy="253311"/>
          </a:xfrm>
          <a:prstGeom prst="rect">
            <a:avLst/>
          </a:prstGeom>
          <a:noFill/>
          <a:ln w="28575">
            <a:solidFill>
              <a:srgbClr val="D947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075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4504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</a:rPr>
                <a:t>2.</a:t>
              </a:r>
              <a:r>
                <a:rPr kumimoji="1" lang="ko-KR" altLang="en-US" sz="2800" b="1" dirty="0">
                  <a:latin typeface="+mj-ea"/>
                </a:rPr>
                <a:t> </a:t>
              </a:r>
              <a:r>
                <a:rPr lang="en-US" altLang="ko-KR" sz="2800" b="1" dirty="0">
                  <a:latin typeface="+mj-ea"/>
                </a:rPr>
                <a:t>EC2</a:t>
              </a:r>
              <a:r>
                <a:rPr lang="ko-KR" altLang="en-US" sz="2800" b="1" dirty="0">
                  <a:latin typeface="+mj-ea"/>
                </a:rPr>
                <a:t>제어</a:t>
              </a:r>
              <a:r>
                <a:rPr lang="en-US" altLang="ko-KR" sz="2800" b="1" dirty="0">
                  <a:latin typeface="+mj-ea"/>
                </a:rPr>
                <a:t>(Python)</a:t>
              </a:r>
              <a:endParaRPr lang="en-US" altLang="ko-KR" sz="2000" b="1" dirty="0">
                <a:latin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179863" y="979778"/>
            <a:ext cx="113601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〮 </a:t>
            </a:r>
            <a:r>
              <a:rPr lang="ko-KR" altLang="en-US" dirty="0"/>
              <a:t>인스턴스 가져오기</a:t>
            </a:r>
            <a:br>
              <a:rPr lang="en-US" altLang="ko-KR" dirty="0"/>
            </a:b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60C1CCF-6C58-43D6-AE13-91B84CE89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55" y="1632235"/>
            <a:ext cx="10588689" cy="463291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C280647-F3DE-4467-BA9D-C0F8FB144937}"/>
              </a:ext>
            </a:extLst>
          </p:cNvPr>
          <p:cNvSpPr/>
          <p:nvPr/>
        </p:nvSpPr>
        <p:spPr>
          <a:xfrm>
            <a:off x="924560" y="3667760"/>
            <a:ext cx="1280160" cy="172720"/>
          </a:xfrm>
          <a:prstGeom prst="rect">
            <a:avLst/>
          </a:prstGeom>
          <a:noFill/>
          <a:ln w="28575">
            <a:solidFill>
              <a:srgbClr val="D947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E7A1AE-97BB-4404-8F0A-301C01782138}"/>
              </a:ext>
            </a:extLst>
          </p:cNvPr>
          <p:cNvSpPr/>
          <p:nvPr/>
        </p:nvSpPr>
        <p:spPr>
          <a:xfrm>
            <a:off x="2245360" y="5290188"/>
            <a:ext cx="3251200" cy="196212"/>
          </a:xfrm>
          <a:prstGeom prst="rect">
            <a:avLst/>
          </a:prstGeom>
          <a:noFill/>
          <a:ln w="28575">
            <a:solidFill>
              <a:srgbClr val="D947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050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</a:rPr>
                <a:t>2.</a:t>
              </a:r>
              <a:r>
                <a:rPr kumimoji="1" lang="ko-KR" altLang="en-US" sz="2800" b="1" dirty="0">
                  <a:latin typeface="+mj-ea"/>
                </a:rPr>
                <a:t> </a:t>
              </a:r>
              <a:r>
                <a:rPr lang="en-US" altLang="ko-KR" sz="2800" b="1" dirty="0">
                  <a:latin typeface="+mj-ea"/>
                </a:rPr>
                <a:t>EC2</a:t>
              </a:r>
              <a:r>
                <a:rPr lang="ko-KR" altLang="en-US" sz="2800" b="1" dirty="0">
                  <a:latin typeface="+mj-ea"/>
                </a:rPr>
                <a:t>제어</a:t>
              </a:r>
              <a:r>
                <a:rPr lang="en-US" altLang="ko-KR" sz="2800" b="1" dirty="0">
                  <a:latin typeface="+mj-ea"/>
                </a:rPr>
                <a:t>(Python)</a:t>
              </a:r>
              <a:endParaRPr lang="en-US" altLang="ko-KR" sz="2000" b="1" dirty="0">
                <a:latin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179863" y="979778"/>
            <a:ext cx="113601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〮 </a:t>
            </a:r>
            <a:r>
              <a:rPr lang="ko-KR" altLang="en-US" dirty="0"/>
              <a:t>인스턴스 가져오기</a:t>
            </a:r>
            <a:br>
              <a:rPr lang="en-US" altLang="ko-KR" dirty="0"/>
            </a:b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5E88F0-E256-4B0C-8C6A-A0A093403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154" y="1513213"/>
            <a:ext cx="6416006" cy="516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238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</a:rPr>
                <a:t>2.</a:t>
              </a:r>
              <a:r>
                <a:rPr kumimoji="1" lang="ko-KR" altLang="en-US" sz="2800" b="1" dirty="0">
                  <a:latin typeface="+mj-ea"/>
                </a:rPr>
                <a:t> </a:t>
              </a:r>
              <a:r>
                <a:rPr lang="en-US" altLang="ko-KR" sz="2800" b="1" dirty="0">
                  <a:latin typeface="+mj-ea"/>
                </a:rPr>
                <a:t>EC2</a:t>
              </a:r>
              <a:r>
                <a:rPr lang="ko-KR" altLang="en-US" sz="2800" b="1" dirty="0">
                  <a:latin typeface="+mj-ea"/>
                </a:rPr>
                <a:t>제어</a:t>
              </a:r>
              <a:r>
                <a:rPr lang="en-US" altLang="ko-KR" sz="2800" b="1" dirty="0">
                  <a:latin typeface="+mj-ea"/>
                </a:rPr>
                <a:t>(Python)</a:t>
              </a:r>
              <a:endParaRPr lang="en-US" altLang="ko-KR" sz="2000" b="1" dirty="0">
                <a:latin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179863" y="979778"/>
            <a:ext cx="113601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〮 </a:t>
            </a:r>
            <a:r>
              <a:rPr lang="ko-KR" altLang="en-US" dirty="0"/>
              <a:t>인스턴스 켜기</a:t>
            </a:r>
            <a:br>
              <a:rPr lang="en-US" altLang="ko-KR" dirty="0"/>
            </a:b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F75FD5B-741A-4976-B333-BD68AA546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082" y="1373119"/>
            <a:ext cx="9093517" cy="524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811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</a:rPr>
                <a:t>2.</a:t>
              </a:r>
              <a:r>
                <a:rPr kumimoji="1" lang="ko-KR" altLang="en-US" sz="2800" b="1" dirty="0">
                  <a:latin typeface="+mj-ea"/>
                </a:rPr>
                <a:t> </a:t>
              </a:r>
              <a:r>
                <a:rPr lang="en-US" altLang="ko-KR" sz="2800" b="1" dirty="0">
                  <a:latin typeface="+mj-ea"/>
                </a:rPr>
                <a:t>EC2</a:t>
              </a:r>
              <a:r>
                <a:rPr lang="ko-KR" altLang="en-US" sz="2800" b="1" dirty="0">
                  <a:latin typeface="+mj-ea"/>
                </a:rPr>
                <a:t>제어</a:t>
              </a:r>
              <a:r>
                <a:rPr lang="en-US" altLang="ko-KR" sz="2800" b="1" dirty="0">
                  <a:latin typeface="+mj-ea"/>
                </a:rPr>
                <a:t>(Python)</a:t>
              </a:r>
              <a:endParaRPr lang="en-US" altLang="ko-KR" sz="2000" b="1" dirty="0">
                <a:latin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179863" y="979778"/>
            <a:ext cx="113601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〮 </a:t>
            </a:r>
            <a:r>
              <a:rPr lang="ko-KR" altLang="en-US" dirty="0"/>
              <a:t>인스턴스 켜기</a:t>
            </a:r>
            <a:br>
              <a:rPr lang="en-US" altLang="ko-KR" dirty="0"/>
            </a:b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AFE8DD-1E44-4681-9544-C79182AB9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185" y="2057507"/>
            <a:ext cx="11460480" cy="238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904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</a:rPr>
                <a:t>2.</a:t>
              </a:r>
              <a:r>
                <a:rPr kumimoji="1" lang="ko-KR" altLang="en-US" sz="2800" b="1" dirty="0">
                  <a:latin typeface="+mj-ea"/>
                </a:rPr>
                <a:t> </a:t>
              </a:r>
              <a:r>
                <a:rPr lang="en-US" altLang="ko-KR" sz="2800" b="1" dirty="0">
                  <a:latin typeface="+mj-ea"/>
                </a:rPr>
                <a:t>EC2</a:t>
              </a:r>
              <a:r>
                <a:rPr lang="ko-KR" altLang="en-US" sz="2800" b="1" dirty="0">
                  <a:latin typeface="+mj-ea"/>
                </a:rPr>
                <a:t>제어</a:t>
              </a:r>
              <a:r>
                <a:rPr lang="en-US" altLang="ko-KR" sz="2800" b="1" dirty="0">
                  <a:latin typeface="+mj-ea"/>
                </a:rPr>
                <a:t>(Python)</a:t>
              </a:r>
              <a:endParaRPr lang="en-US" altLang="ko-KR" sz="2000" b="1" dirty="0">
                <a:latin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179863" y="979778"/>
            <a:ext cx="113601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〮 </a:t>
            </a:r>
            <a:r>
              <a:rPr lang="ko-KR" altLang="en-US" dirty="0"/>
              <a:t>인스턴스 끄기</a:t>
            </a:r>
            <a:br>
              <a:rPr lang="en-US" altLang="ko-KR" dirty="0"/>
            </a:b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0FF413-E89F-4F1D-9B99-626EBD229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951" y="1373119"/>
            <a:ext cx="9420947" cy="518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40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</a:rPr>
                <a:t>2.</a:t>
              </a:r>
              <a:r>
                <a:rPr kumimoji="1" lang="ko-KR" altLang="en-US" sz="2800" b="1" dirty="0">
                  <a:latin typeface="+mj-ea"/>
                </a:rPr>
                <a:t> </a:t>
              </a:r>
              <a:r>
                <a:rPr lang="en-US" altLang="ko-KR" sz="2800" b="1" dirty="0">
                  <a:latin typeface="+mj-ea"/>
                </a:rPr>
                <a:t>EC2</a:t>
              </a:r>
              <a:r>
                <a:rPr lang="ko-KR" altLang="en-US" sz="2800" b="1" dirty="0">
                  <a:latin typeface="+mj-ea"/>
                </a:rPr>
                <a:t>제어</a:t>
              </a:r>
              <a:r>
                <a:rPr lang="en-US" altLang="ko-KR" sz="2800" b="1" dirty="0">
                  <a:latin typeface="+mj-ea"/>
                </a:rPr>
                <a:t>(Python)</a:t>
              </a:r>
              <a:endParaRPr lang="en-US" altLang="ko-KR" sz="2000" b="1" dirty="0">
                <a:latin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179863" y="979778"/>
            <a:ext cx="113601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〮 </a:t>
            </a:r>
            <a:r>
              <a:rPr lang="ko-KR" altLang="en-US" dirty="0"/>
              <a:t>인스턴스 끄기</a:t>
            </a:r>
            <a:br>
              <a:rPr lang="en-US" altLang="ko-KR" dirty="0"/>
            </a:b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21E984-FBE4-4698-9FAE-7814E95B0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43" y="2370871"/>
            <a:ext cx="11905564" cy="212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322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3. END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0152E7-3D69-1E4A-8AC8-3C1CBF5791B8}"/>
              </a:ext>
            </a:extLst>
          </p:cNvPr>
          <p:cNvSpPr txBox="1"/>
          <p:nvPr/>
        </p:nvSpPr>
        <p:spPr>
          <a:xfrm>
            <a:off x="5646816" y="3204118"/>
            <a:ext cx="138211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4000" b="1" dirty="0"/>
              <a:t>END</a:t>
            </a:r>
          </a:p>
          <a:p>
            <a:r>
              <a:rPr kumimoji="1" lang="en-US" altLang="ko-KR" sz="4000" b="1" dirty="0"/>
              <a:t> </a:t>
            </a:r>
            <a:r>
              <a:rPr kumimoji="1" lang="ko-KR" altLang="en-US" sz="4000" b="1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endParaRPr lang="ko-KR" altLang="en-US" sz="1600" b="1" dirty="0">
              <a:solidFill>
                <a:srgbClr val="C0504D">
                  <a:lumMod val="75000"/>
                </a:srgbClr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algn="ctr" defTabSz="457200" latinLnBrk="0"/>
            <a:r>
              <a:rPr lang="ko-KR" altLang="en-US" sz="1600" b="1" dirty="0">
                <a:solidFill>
                  <a:srgbClr val="C0504D">
                    <a:lumMod val="75000"/>
                  </a:srgbClr>
                </a:solidFill>
                <a:latin typeface="+mj-ea"/>
                <a:ea typeface="+mj-ea"/>
                <a:cs typeface="Times New Roman" panose="02020603050405020304" pitchFamily="18" charset="0"/>
              </a:rPr>
              <a:t>
</a:t>
            </a:r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664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10159</TotalTime>
  <Words>1074</Words>
  <Application>Microsoft Office PowerPoint</Application>
  <PresentationFormat>와이드스크린</PresentationFormat>
  <Paragraphs>217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y7133</dc:creator>
  <cp:lastModifiedBy>y7133</cp:lastModifiedBy>
  <cp:revision>146</cp:revision>
  <dcterms:created xsi:type="dcterms:W3CDTF">2020-07-09T09:06:23Z</dcterms:created>
  <dcterms:modified xsi:type="dcterms:W3CDTF">2020-08-13T11:58:09Z</dcterms:modified>
</cp:coreProperties>
</file>