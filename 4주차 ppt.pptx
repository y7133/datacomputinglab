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626" r:id="rId3"/>
    <p:sldId id="699" r:id="rId4"/>
    <p:sldId id="696" r:id="rId5"/>
    <p:sldId id="700" r:id="rId6"/>
    <p:sldId id="701" r:id="rId7"/>
    <p:sldId id="703" r:id="rId8"/>
    <p:sldId id="702" r:id="rId9"/>
    <p:sldId id="704" r:id="rId10"/>
    <p:sldId id="705" r:id="rId11"/>
    <p:sldId id="706" r:id="rId12"/>
    <p:sldId id="707" r:id="rId13"/>
    <p:sldId id="708" r:id="rId14"/>
    <p:sldId id="709" r:id="rId15"/>
    <p:sldId id="710" r:id="rId16"/>
    <p:sldId id="711" r:id="rId17"/>
    <p:sldId id="61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6" autoAdjust="0"/>
    <p:restoredTop sz="94660"/>
  </p:normalViewPr>
  <p:slideViewPr>
    <p:cSldViewPr snapToGrid="0">
      <p:cViewPr varScale="1">
        <p:scale>
          <a:sx n="63" d="100"/>
          <a:sy n="63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90648-0623-425A-9E45-E378A81C67E8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B0B2F-7BA1-4F17-8DD2-0C7B81D79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109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이번주에는 </a:t>
            </a:r>
            <a:r>
              <a:rPr lang="en-US" altLang="ko-KR" dirty="0"/>
              <a:t>BOTO3</a:t>
            </a:r>
            <a:r>
              <a:rPr lang="ko-KR" altLang="en-US" dirty="0"/>
              <a:t>를 이용하여 </a:t>
            </a:r>
            <a:r>
              <a:rPr lang="en-US" altLang="ko-KR" dirty="0"/>
              <a:t>EC2</a:t>
            </a:r>
            <a:r>
              <a:rPr lang="ko-KR" altLang="en-US" dirty="0"/>
              <a:t>를 제어해보았습니다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655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Boto3</a:t>
            </a:r>
            <a:r>
              <a:rPr lang="ko-KR" altLang="en-US" dirty="0"/>
              <a:t>가 무엇인지 말씀드리고 </a:t>
            </a:r>
            <a:r>
              <a:rPr lang="en-US" altLang="ko-KR" dirty="0"/>
              <a:t>ec2</a:t>
            </a:r>
            <a:r>
              <a:rPr lang="ko-KR" altLang="en-US" dirty="0"/>
              <a:t>제어한 모습을 보여드리겠습니다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5612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Boto</a:t>
            </a:r>
            <a:r>
              <a:rPr lang="ko-KR" altLang="en-US" dirty="0"/>
              <a:t>란 </a:t>
            </a:r>
            <a:r>
              <a:rPr lang="en-US" altLang="ko-KR" dirty="0"/>
              <a:t>Python</a:t>
            </a:r>
            <a:r>
              <a:rPr lang="ko-KR" altLang="en-US" dirty="0"/>
              <a:t>용 </a:t>
            </a:r>
            <a:r>
              <a:rPr lang="en-US" altLang="ko-KR" dirty="0"/>
              <a:t>AWS SDK</a:t>
            </a:r>
            <a:r>
              <a:rPr lang="ko-KR" altLang="en-US" dirty="0"/>
              <a:t>로 </a:t>
            </a:r>
            <a:r>
              <a:rPr lang="en-US" altLang="ko-KR" dirty="0"/>
              <a:t>Python </a:t>
            </a:r>
            <a:r>
              <a:rPr lang="ko-KR" altLang="en-US" dirty="0"/>
              <a:t>애플리케이션</a:t>
            </a:r>
            <a:r>
              <a:rPr lang="en-US" altLang="ko-KR" dirty="0"/>
              <a:t>, </a:t>
            </a:r>
            <a:r>
              <a:rPr lang="ko-KR" altLang="en-US" dirty="0"/>
              <a:t>라이브러리 또는 스크립트를 </a:t>
            </a:r>
            <a:r>
              <a:rPr lang="en-US" altLang="ko-KR" dirty="0"/>
              <a:t>Amazon S3, Amazon EC2, Amazon DynamoDB </a:t>
            </a:r>
            <a:r>
              <a:rPr lang="ko-KR" altLang="en-US" dirty="0"/>
              <a:t>등 </a:t>
            </a:r>
            <a:r>
              <a:rPr lang="en-US" altLang="ko-KR" dirty="0"/>
              <a:t>AWS </a:t>
            </a:r>
            <a:r>
              <a:rPr lang="ko-KR" altLang="en-US" dirty="0"/>
              <a:t>서비스와 쉽게 통합할 수 있고</a:t>
            </a:r>
            <a:r>
              <a:rPr lang="en-US" altLang="ko-KR" dirty="0"/>
              <a:t>, </a:t>
            </a:r>
            <a:r>
              <a:rPr lang="en-US" altLang="ko-KR" dirty="0" err="1"/>
              <a:t>boto</a:t>
            </a:r>
            <a:r>
              <a:rPr lang="ko-KR" altLang="en-US" dirty="0"/>
              <a:t>의 기능은 리소스 </a:t>
            </a:r>
            <a:r>
              <a:rPr lang="en-US" altLang="ko-KR" dirty="0" err="1"/>
              <a:t>api</a:t>
            </a:r>
            <a:r>
              <a:rPr lang="en-US" altLang="ko-KR" dirty="0"/>
              <a:t>, </a:t>
            </a:r>
            <a:r>
              <a:rPr lang="ko-KR" altLang="en-US" dirty="0"/>
              <a:t>최신의 일관성 있는 인터페이스</a:t>
            </a:r>
            <a:r>
              <a:rPr lang="en-US" altLang="ko-KR" dirty="0"/>
              <a:t>, waiters</a:t>
            </a:r>
            <a:r>
              <a:rPr lang="ko-KR" altLang="en-US" dirty="0"/>
              <a:t>가 있습니다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52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 </a:t>
            </a:r>
            <a:r>
              <a:rPr lang="en-US" altLang="ko-KR" dirty="0"/>
              <a:t>boto3</a:t>
            </a:r>
            <a:r>
              <a:rPr lang="ko-KR" altLang="en-US" dirty="0"/>
              <a:t>를 이용하여 </a:t>
            </a:r>
            <a:r>
              <a:rPr lang="en-US" altLang="ko-KR" dirty="0"/>
              <a:t>ec2</a:t>
            </a:r>
            <a:r>
              <a:rPr lang="ko-KR" altLang="en-US" dirty="0" err="1"/>
              <a:t>를제어해보았습니다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저는 인스턴스 리스트</a:t>
            </a:r>
            <a:r>
              <a:rPr lang="en-US" altLang="ko-KR" dirty="0"/>
              <a:t>,</a:t>
            </a:r>
            <a:r>
              <a:rPr lang="ko-KR" altLang="en-US" dirty="0"/>
              <a:t>인스턴스 켜기</a:t>
            </a:r>
            <a:r>
              <a:rPr lang="en-US" altLang="ko-KR" dirty="0"/>
              <a:t>,</a:t>
            </a:r>
            <a:r>
              <a:rPr lang="ko-KR" altLang="en-US" dirty="0"/>
              <a:t>인스턴스 끄기</a:t>
            </a:r>
            <a:r>
              <a:rPr lang="en-US" altLang="ko-KR" dirty="0"/>
              <a:t>,</a:t>
            </a:r>
            <a:r>
              <a:rPr lang="ko-KR" altLang="en-US" dirty="0"/>
              <a:t>인스턴스 생성 및 삭제</a:t>
            </a:r>
            <a:r>
              <a:rPr lang="en-US" altLang="ko-KR" dirty="0"/>
              <a:t>, keypair </a:t>
            </a:r>
            <a:r>
              <a:rPr lang="ko-KR" altLang="en-US" dirty="0"/>
              <a:t>생성 및 </a:t>
            </a:r>
            <a:r>
              <a:rPr lang="ko-KR" altLang="en-US" dirty="0" err="1"/>
              <a:t>삭제등을</a:t>
            </a:r>
            <a:r>
              <a:rPr lang="ko-KR" altLang="en-US" dirty="0"/>
              <a:t> 해보았는데 </a:t>
            </a:r>
            <a:r>
              <a:rPr lang="en-US" altLang="ko-KR" dirty="0"/>
              <a:t>java</a:t>
            </a:r>
            <a:r>
              <a:rPr lang="ko-KR" altLang="en-US" dirty="0"/>
              <a:t>보다 구현하기 훨씬 간단합니다</a:t>
            </a:r>
            <a:endParaRPr lang="en-US" altLang="ko-KR" dirty="0"/>
          </a:p>
          <a:p>
            <a:r>
              <a:rPr lang="ko-KR" altLang="en-US" dirty="0"/>
              <a:t>먼저 인스턴스 리스트 보기 입니다</a:t>
            </a:r>
            <a:r>
              <a:rPr lang="en-US" altLang="ko-KR" dirty="0"/>
              <a:t>. Boto3</a:t>
            </a:r>
            <a:r>
              <a:rPr lang="ko-KR" altLang="en-US" dirty="0"/>
              <a:t>를 이용하여  </a:t>
            </a:r>
            <a:r>
              <a:rPr lang="en-US" altLang="ko-KR" dirty="0"/>
              <a:t>‘ec2’</a:t>
            </a:r>
            <a:r>
              <a:rPr lang="ko-KR" altLang="en-US" dirty="0"/>
              <a:t>에 대한 리소스를 받고 </a:t>
            </a:r>
            <a:r>
              <a:rPr lang="ko-KR" altLang="en-US" dirty="0" err="1"/>
              <a:t>인스턴드들을</a:t>
            </a:r>
            <a:r>
              <a:rPr lang="ko-KR" altLang="en-US" dirty="0"/>
              <a:t> 출력하면 기존에 가지고 있었던 인스턴스들이 출력됩니다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8521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원하는 인스턴스 켜기 입니다 원하는 인스턴스 </a:t>
            </a:r>
            <a:r>
              <a:rPr lang="en-US" altLang="ko-KR" dirty="0"/>
              <a:t>id</a:t>
            </a:r>
            <a:r>
              <a:rPr lang="ko-KR" altLang="en-US" dirty="0"/>
              <a:t>를 넣고 그 인스턴스가 상태가 </a:t>
            </a:r>
            <a:r>
              <a:rPr lang="en-US" altLang="ko-KR" dirty="0"/>
              <a:t>stop</a:t>
            </a:r>
            <a:r>
              <a:rPr lang="ko-KR" altLang="en-US" dirty="0"/>
              <a:t>일 경우 </a:t>
            </a:r>
            <a:r>
              <a:rPr lang="en-US" altLang="ko-KR" dirty="0"/>
              <a:t>running </a:t>
            </a:r>
            <a:r>
              <a:rPr lang="ko-KR" altLang="en-US" dirty="0"/>
              <a:t>을 하게 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7657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그에 대한 결과로 해당 인스턴스 </a:t>
            </a:r>
            <a:r>
              <a:rPr lang="en-US" altLang="ko-KR" dirty="0"/>
              <a:t>id </a:t>
            </a:r>
            <a:r>
              <a:rPr lang="ko-KR" altLang="en-US" dirty="0"/>
              <a:t>의 상태가 </a:t>
            </a:r>
            <a:r>
              <a:rPr lang="en-US" altLang="ko-KR" dirty="0"/>
              <a:t>running</a:t>
            </a:r>
            <a:r>
              <a:rPr lang="ko-KR" altLang="en-US" dirty="0"/>
              <a:t>이 </a:t>
            </a:r>
            <a:r>
              <a:rPr lang="ko-KR" altLang="en-US" dirty="0" err="1"/>
              <a:t>되신것을</a:t>
            </a:r>
            <a:r>
              <a:rPr lang="ko-KR" altLang="en-US" dirty="0"/>
              <a:t> 볼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5078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인스턴스 켜기와 마찬가지로 원하는 인스턴스 </a:t>
            </a:r>
            <a:r>
              <a:rPr lang="en-US" altLang="ko-KR" dirty="0"/>
              <a:t>id</a:t>
            </a:r>
            <a:r>
              <a:rPr lang="ko-KR" altLang="en-US" dirty="0"/>
              <a:t>를 찾아 해당 인스턴스가 </a:t>
            </a:r>
            <a:r>
              <a:rPr lang="en-US" altLang="ko-KR" dirty="0"/>
              <a:t>run</a:t>
            </a:r>
            <a:r>
              <a:rPr lang="ko-KR" altLang="en-US" dirty="0"/>
              <a:t>일 경우 </a:t>
            </a:r>
            <a:r>
              <a:rPr lang="en-US" altLang="ko-KR" dirty="0"/>
              <a:t>stop</a:t>
            </a:r>
            <a:r>
              <a:rPr lang="ko-KR" altLang="en-US" dirty="0"/>
              <a:t>을 해줍니다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1322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아까 돌아갔던 인스턴스가 </a:t>
            </a:r>
            <a:r>
              <a:rPr lang="en-US" altLang="ko-KR" dirty="0"/>
              <a:t>stopped</a:t>
            </a:r>
            <a:r>
              <a:rPr lang="ko-KR" altLang="en-US" dirty="0"/>
              <a:t>상태로 </a:t>
            </a:r>
            <a:r>
              <a:rPr lang="ko-KR" altLang="en-US" dirty="0" err="1"/>
              <a:t>변한걸</a:t>
            </a:r>
            <a:r>
              <a:rPr lang="ko-KR" altLang="en-US" dirty="0"/>
              <a:t> 볼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1594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인스턴스 생성은 </a:t>
            </a:r>
            <a:r>
              <a:rPr lang="en-US" altLang="ko-KR" dirty="0" err="1"/>
              <a:t>create_instance</a:t>
            </a:r>
            <a:r>
              <a:rPr lang="ko-KR" altLang="en-US" dirty="0"/>
              <a:t>안에 </a:t>
            </a:r>
            <a:r>
              <a:rPr lang="en-US" altLang="ko-KR" dirty="0"/>
              <a:t>instance id, </a:t>
            </a:r>
            <a:r>
              <a:rPr lang="ko-KR" altLang="en-US" dirty="0"/>
              <a:t>몇 개의 인스턴스를 생성할 것인지</a:t>
            </a:r>
            <a:r>
              <a:rPr lang="en-US" altLang="ko-KR" dirty="0"/>
              <a:t>, instance </a:t>
            </a:r>
            <a:r>
              <a:rPr lang="en-US" altLang="ko-KR" dirty="0" err="1"/>
              <a:t>type,keyname</a:t>
            </a:r>
            <a:r>
              <a:rPr lang="ko-KR" altLang="en-US" dirty="0"/>
              <a:t>등을 씁니다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6585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여기서 사용한 </a:t>
            </a:r>
            <a:r>
              <a:rPr lang="en-US" altLang="ko-KR" dirty="0"/>
              <a:t>image</a:t>
            </a:r>
            <a:r>
              <a:rPr lang="ko-KR" altLang="en-US" dirty="0"/>
              <a:t>는  </a:t>
            </a:r>
            <a:r>
              <a:rPr lang="en-US" altLang="ko-KR" dirty="0"/>
              <a:t>IMAGE-id</a:t>
            </a:r>
            <a:r>
              <a:rPr lang="ko-KR" altLang="en-US" dirty="0"/>
              <a:t>가 이러한 </a:t>
            </a:r>
            <a:r>
              <a:rPr lang="en-US" altLang="ko-KR" dirty="0" err="1"/>
              <a:t>maxvalue</a:t>
            </a:r>
            <a:r>
              <a:rPr lang="ko-KR" altLang="en-US" dirty="0"/>
              <a:t>로 지정한 </a:t>
            </a:r>
            <a:r>
              <a:rPr lang="en-US" altLang="ko-KR" dirty="0"/>
              <a:t>2</a:t>
            </a:r>
            <a:r>
              <a:rPr lang="ko-KR" altLang="en-US" dirty="0"/>
              <a:t>개의 인스턴스가 </a:t>
            </a:r>
            <a:r>
              <a:rPr lang="ko-KR" altLang="en-US" dirty="0" err="1"/>
              <a:t>생성된것을</a:t>
            </a:r>
            <a:r>
              <a:rPr lang="ko-KR" altLang="en-US" dirty="0"/>
              <a:t> 볼 수 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9387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인스턴스 삭제인데요 원하는 인스턴스 </a:t>
            </a:r>
            <a:r>
              <a:rPr lang="en-US" altLang="ko-KR" dirty="0"/>
              <a:t>id</a:t>
            </a:r>
            <a:r>
              <a:rPr lang="ko-KR" altLang="en-US" dirty="0"/>
              <a:t>를 넣고 해당 </a:t>
            </a:r>
            <a:r>
              <a:rPr lang="en-US" altLang="ko-KR" dirty="0"/>
              <a:t>id</a:t>
            </a:r>
            <a:r>
              <a:rPr lang="ko-KR" altLang="en-US" dirty="0"/>
              <a:t>에 대한 인스턴스를 찾아 </a:t>
            </a:r>
            <a:r>
              <a:rPr lang="en-US" altLang="ko-KR" dirty="0"/>
              <a:t>terminate</a:t>
            </a:r>
            <a:r>
              <a:rPr lang="ko-KR" altLang="en-US" dirty="0"/>
              <a:t>시킵니다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7580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해당 </a:t>
            </a:r>
            <a:r>
              <a:rPr lang="en-US" altLang="ko-KR" dirty="0"/>
              <a:t>id</a:t>
            </a:r>
            <a:r>
              <a:rPr lang="ko-KR" altLang="en-US" dirty="0"/>
              <a:t>에 대한 인스턴스 상태가 </a:t>
            </a:r>
            <a:r>
              <a:rPr lang="en-US" altLang="ko-KR" dirty="0"/>
              <a:t>terminate</a:t>
            </a:r>
            <a:r>
              <a:rPr lang="ko-KR" altLang="en-US" dirty="0"/>
              <a:t>로 </a:t>
            </a:r>
            <a:r>
              <a:rPr lang="ko-KR" altLang="en-US" dirty="0" err="1"/>
              <a:t>나온것을</a:t>
            </a:r>
            <a:r>
              <a:rPr lang="ko-KR" altLang="en-US" dirty="0"/>
              <a:t> 보실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3832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ko-KR" altLang="en-US" dirty="0" err="1"/>
              <a:t>키페어</a:t>
            </a:r>
            <a:r>
              <a:rPr lang="ko-KR" altLang="en-US" dirty="0"/>
              <a:t> 생성입니다</a:t>
            </a:r>
            <a:r>
              <a:rPr lang="en-US" altLang="ko-KR" dirty="0"/>
              <a:t>. </a:t>
            </a:r>
            <a:r>
              <a:rPr lang="ko-KR" altLang="en-US" dirty="0" err="1"/>
              <a:t>키페어이름을</a:t>
            </a:r>
            <a:r>
              <a:rPr lang="ko-KR" altLang="en-US" dirty="0"/>
              <a:t> 넣고 </a:t>
            </a:r>
            <a:r>
              <a:rPr lang="en-US" altLang="ko-KR" dirty="0"/>
              <a:t>create</a:t>
            </a:r>
            <a:r>
              <a:rPr lang="ko-KR" altLang="en-US" dirty="0"/>
              <a:t>하면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4147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인스턴스안에</a:t>
            </a:r>
            <a:r>
              <a:rPr lang="ko-KR" altLang="en-US" dirty="0"/>
              <a:t> </a:t>
            </a:r>
            <a:r>
              <a:rPr lang="ko-KR" altLang="en-US" dirty="0" err="1"/>
              <a:t>키페어가</a:t>
            </a:r>
            <a:r>
              <a:rPr lang="ko-KR" altLang="en-US" dirty="0"/>
              <a:t> </a:t>
            </a:r>
            <a:r>
              <a:rPr lang="ko-KR" altLang="en-US" dirty="0" err="1"/>
              <a:t>추가된것이</a:t>
            </a:r>
            <a:r>
              <a:rPr lang="ko-KR" altLang="en-US" dirty="0"/>
              <a:t> 보입니다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5320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그리고 똑같이 </a:t>
            </a:r>
            <a:r>
              <a:rPr lang="en-US" altLang="ko-KR" dirty="0"/>
              <a:t>delete</a:t>
            </a:r>
            <a:r>
              <a:rPr lang="ko-KR" altLang="en-US" dirty="0"/>
              <a:t>함수를 써주면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6313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아까 만들어졌던 </a:t>
            </a:r>
            <a:r>
              <a:rPr lang="en-US" altLang="ko-KR" dirty="0"/>
              <a:t>key</a:t>
            </a:r>
            <a:r>
              <a:rPr lang="ko-KR" altLang="en-US" dirty="0"/>
              <a:t>페어가 사라진 모습을 보실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56206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0168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10C23-669B-4262-AE10-D567246FC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95790B-8D9E-4E46-8231-169495C82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C9E31C-3772-4D21-BBFD-3D05B696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84A8C-BC08-47B2-B88C-98941327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127A9-28AA-45E8-823D-8878676B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38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64CB6-2817-4DC9-A65F-40D5C27D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68BC88-3C39-4D5C-86E9-22D735A0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BD2E5-5C73-484B-86FC-A94511B4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7ED24-E0DB-4C69-B3A5-8B619C0F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F50EF-EBF1-44EC-AC7D-860FC1AE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0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307EB-44E7-462E-A0D5-48FEC3C9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D594B2-0E01-4768-86E1-0AFEAB094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28371-74E1-4F88-B9F0-8BF1981C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84C32-EF94-42FF-8FE1-B3AEF28E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B9A78-5779-4750-8083-97E13C1BD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49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4F88C-01C9-4FC3-93E4-8F3F3039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CB828F-385B-45CD-9428-9248E1EFA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0C0D33-FE7D-467C-B1E4-7764C68C3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766103-63E4-4E29-87C6-CCF0127E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D5791-A0B5-4CBE-A4C4-B94C74EA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5DB918-FE00-4E88-B4AC-347DD670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90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94E05-2EA4-4C2E-9710-CB796EB9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5C29CB-E5DA-4A43-9C0E-F044D15CA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EFF0CB-8A89-4E44-ABD2-0950D9484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C85F8C-0728-414B-8A3B-A043C387E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D0BDEF-E195-43CD-AE73-EE64590E2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4F6D54-1AF5-4DFB-9329-87E561CE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001D50-8E33-46FF-AA9C-D47AABF7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9FF518-E31E-4D63-8AAE-835F7318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7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BD440-EB89-4A5A-878F-48E565F9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4664D8-86D0-49F9-A52B-2510EC5B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23A225-5523-4F1E-BD22-4B53795B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520FD0-9025-4AC6-BC54-AA014506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08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DB147B-5B48-48D5-830A-4895601F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6614AA-002F-41D3-B443-9D9FD5A7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2360B-69AD-4962-8BBC-D2CA0477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070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806795-6B02-4A09-A781-02ADC1B0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CEAD2-3109-432C-9B78-FCA74B7CB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E6FC82-8894-4443-8F48-240F11754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71C32E-9CCD-4F43-AADA-A8EF1175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72AC35-DDD2-45A4-A6E8-C452491B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E737A-9C2F-42A8-853D-556BACDD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0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DB62B-DA76-459A-9797-0A1D1B46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E48AA9-38C2-4AF6-A706-E38F4B2AC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505C49-A6D4-4C0E-9158-6DF54B2D2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F96FC8-FDEB-49D3-A8B9-CA98704B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3211BA-925D-40E9-9EBB-09CCBF9B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4CFE6F-937D-405A-A089-13E601EC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96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6B286-DAD8-4E50-BC04-A4DAC6A5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F04228-82F2-4C8C-AB5E-91AF99F64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AC888-C629-448C-B286-82A43280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01A02-8B06-42AC-BAF8-61DAB755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628C2-0395-4EC5-895D-4A79ED6A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61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4B80D8-29AD-42FD-920B-A40393FD4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CC33C8-102E-4EC6-B15A-4D351F913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3C67E-D7F9-4303-8FFB-81C73AC8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64152E-D2C8-4606-9752-A4A59A90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78B2D-ACC6-4C45-9E4A-429FF09F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59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9949584" y="6439048"/>
            <a:ext cx="1955980" cy="228600"/>
          </a:xfrm>
        </p:spPr>
        <p:txBody>
          <a:bodyPr/>
          <a:lstStyle>
            <a:lvl1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3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AD33F0-607D-48C5-9056-67E9A305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96AC83-469E-4F11-A8BF-6CB495F71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466B96-15D3-4E46-83E9-D8B0E9F27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BECDFB-D5B3-4FDE-922F-E652BD944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9C4263-FFB2-4588-9EE8-44A7158A5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01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FB4E9E6-F133-6C4A-A824-C4C4C84EAC08}"/>
              </a:ext>
            </a:extLst>
          </p:cNvPr>
          <p:cNvSpPr/>
          <p:nvPr/>
        </p:nvSpPr>
        <p:spPr>
          <a:xfrm>
            <a:off x="-11575" y="2797980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584ACA-BF48-4D47-85CD-02B6BC488F1B}"/>
              </a:ext>
            </a:extLst>
          </p:cNvPr>
          <p:cNvSpPr txBox="1"/>
          <p:nvPr/>
        </p:nvSpPr>
        <p:spPr>
          <a:xfrm>
            <a:off x="1982779" y="507951"/>
            <a:ext cx="8226442" cy="12919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BOTO3</a:t>
            </a:r>
            <a:r>
              <a:rPr lang="ko-KR" altLang="en-US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를 이용한 </a:t>
            </a:r>
            <a:r>
              <a:rPr lang="en-US" altLang="ko-KR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EC2</a:t>
            </a:r>
            <a:r>
              <a:rPr lang="ko-KR" altLang="en-US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제어</a:t>
            </a:r>
            <a:endParaRPr lang="en-US" altLang="ko-KR" sz="3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 defTabSz="457200" latinLnBrk="0"/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(7.31.2020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DCLAB Seminar)</a:t>
            </a:r>
          </a:p>
          <a:p>
            <a:pPr algn="ctr" defTabSz="457200" latinLnBrk="0"/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오지영</a:t>
            </a:r>
            <a:endParaRPr lang="en-US" altLang="ko-KR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9" name="Picture 1">
            <a:extLst>
              <a:ext uri="{FF2B5EF4-FFF2-40B4-BE49-F238E27FC236}">
                <a16:creationId xmlns:a16="http://schemas.microsoft.com/office/drawing/2014/main" id="{B3D0E673-E21E-C84D-9059-39CF93945C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2000"/>
          </a:blip>
          <a:srcRect t="41751" b="11146"/>
          <a:stretch/>
        </p:blipFill>
        <p:spPr>
          <a:xfrm>
            <a:off x="0" y="2963119"/>
            <a:ext cx="12192000" cy="3916350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1B32FC9-77DA-DC4F-8E98-91F379615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561" y="2251474"/>
            <a:ext cx="1515727" cy="42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9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0.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Contents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5DED6E-BB33-1E4C-ABAE-5B7F438FD0E7}"/>
              </a:ext>
            </a:extLst>
          </p:cNvPr>
          <p:cNvSpPr txBox="1"/>
          <p:nvPr/>
        </p:nvSpPr>
        <p:spPr>
          <a:xfrm>
            <a:off x="881596" y="1349970"/>
            <a:ext cx="410696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sz="2400" b="1" dirty="0">
                <a:latin typeface="+mj-ea"/>
                <a:ea typeface="+mj-ea"/>
              </a:rPr>
              <a:t> BOTO3</a:t>
            </a:r>
          </a:p>
          <a:p>
            <a:r>
              <a:rPr lang="en-US" altLang="ko-KR" sz="2400" b="1" dirty="0">
                <a:latin typeface="+mj-ea"/>
                <a:ea typeface="+mj-ea"/>
              </a:rPr>
              <a:t>	</a:t>
            </a:r>
          </a:p>
          <a:p>
            <a:r>
              <a:rPr lang="en-US" altLang="ko-KR" sz="2400" b="1" dirty="0">
                <a:latin typeface="+mj-ea"/>
                <a:ea typeface="+mj-ea"/>
              </a:rPr>
              <a:t>	1.1	BOTO3</a:t>
            </a:r>
            <a:r>
              <a:rPr lang="ko-KR" altLang="en-US" sz="2400" b="1" dirty="0">
                <a:latin typeface="+mj-ea"/>
                <a:ea typeface="+mj-ea"/>
              </a:rPr>
              <a:t>란</a:t>
            </a:r>
            <a:endParaRPr lang="en-US" altLang="ko-KR" sz="2400" b="1" dirty="0">
              <a:latin typeface="+mj-ea"/>
              <a:ea typeface="+mj-ea"/>
            </a:endParaRPr>
          </a:p>
          <a:p>
            <a:r>
              <a:rPr lang="en-US" altLang="ko-KR" sz="2400" b="1" dirty="0">
                <a:latin typeface="+mj-ea"/>
                <a:ea typeface="+mj-ea"/>
              </a:rPr>
              <a:t>	1.2 	EC2</a:t>
            </a:r>
            <a:r>
              <a:rPr lang="ko-KR" altLang="en-US" sz="2400" b="1" dirty="0">
                <a:latin typeface="+mj-ea"/>
                <a:ea typeface="+mj-ea"/>
              </a:rPr>
              <a:t>제어</a:t>
            </a:r>
            <a:endParaRPr lang="en-US" altLang="ko-KR" sz="2400" b="1" dirty="0">
              <a:latin typeface="+mj-ea"/>
              <a:ea typeface="+mj-ea"/>
            </a:endParaRPr>
          </a:p>
          <a:p>
            <a:r>
              <a:rPr lang="en-US" altLang="ko-KR" b="1" dirty="0">
                <a:latin typeface="+mj-ea"/>
                <a:ea typeface="+mj-ea"/>
              </a:rPr>
              <a:t>	</a:t>
            </a:r>
          </a:p>
          <a:p>
            <a:endParaRPr lang="en-US" sz="3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7465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BOTO?</a:t>
            </a:r>
          </a:p>
          <a:p>
            <a:endParaRPr lang="en-US" altLang="ko-KR" dirty="0"/>
          </a:p>
          <a:p>
            <a:r>
              <a:rPr lang="en-US" altLang="ko-KR" dirty="0"/>
              <a:t>Python</a:t>
            </a:r>
            <a:r>
              <a:rPr lang="ko-KR" altLang="en-US" dirty="0"/>
              <a:t>용 </a:t>
            </a:r>
            <a:r>
              <a:rPr lang="en-US" altLang="ko-KR" dirty="0"/>
              <a:t>AWS SDK</a:t>
            </a:r>
            <a:r>
              <a:rPr lang="ko-KR" altLang="en-US" dirty="0"/>
              <a:t>로 </a:t>
            </a:r>
            <a:r>
              <a:rPr lang="en-US" altLang="ko-KR" dirty="0"/>
              <a:t>Python </a:t>
            </a:r>
            <a:r>
              <a:rPr lang="ko-KR" altLang="en-US" dirty="0"/>
              <a:t>애플리케이션</a:t>
            </a:r>
            <a:r>
              <a:rPr lang="en-US" altLang="ko-KR" dirty="0"/>
              <a:t>, </a:t>
            </a:r>
            <a:r>
              <a:rPr lang="ko-KR" altLang="en-US" dirty="0"/>
              <a:t>라이브러리 또는 스크립트를 </a:t>
            </a:r>
            <a:r>
              <a:rPr lang="en-US" altLang="ko-KR" dirty="0"/>
              <a:t>Amazon S3, Amazon EC2, Amazon DynamoDB </a:t>
            </a:r>
            <a:r>
              <a:rPr lang="ko-KR" altLang="en-US" dirty="0"/>
              <a:t>등 </a:t>
            </a:r>
            <a:r>
              <a:rPr lang="en-US" altLang="ko-KR" dirty="0"/>
              <a:t>AWS </a:t>
            </a:r>
            <a:r>
              <a:rPr lang="ko-KR" altLang="en-US" dirty="0"/>
              <a:t>서비스와 쉽게 통합할 수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BOTO</a:t>
            </a:r>
            <a:r>
              <a:rPr lang="ko-KR" altLang="en-US" b="1" dirty="0"/>
              <a:t>의 기능</a:t>
            </a:r>
            <a:endParaRPr lang="en-US" altLang="ko-KR" b="1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리소스 </a:t>
            </a:r>
            <a:r>
              <a:rPr lang="en-US" altLang="ko-KR" dirty="0"/>
              <a:t>API: Client API, </a:t>
            </a:r>
            <a:r>
              <a:rPr lang="ko-KR" altLang="en-US" dirty="0"/>
              <a:t>기본 </a:t>
            </a:r>
            <a:r>
              <a:rPr lang="en-US" altLang="ko-KR" dirty="0"/>
              <a:t>HTTP API</a:t>
            </a:r>
            <a:r>
              <a:rPr lang="ko-KR" altLang="en-US" dirty="0"/>
              <a:t>작업에 일대일 매핑을 제공하며</a:t>
            </a:r>
            <a:r>
              <a:rPr lang="en-US" altLang="ko-KR" dirty="0"/>
              <a:t>, </a:t>
            </a:r>
            <a:r>
              <a:rPr lang="ko-KR" altLang="en-US" dirty="0"/>
              <a:t>명시적인 네트워크 호출을 숨기지</a:t>
            </a:r>
            <a:r>
              <a:rPr lang="en-US" altLang="ko-KR" dirty="0"/>
              <a:t>	        </a:t>
            </a:r>
            <a:r>
              <a:rPr lang="ko-KR" altLang="en-US" dirty="0"/>
              <a:t>만 대신 속성에 </a:t>
            </a:r>
            <a:r>
              <a:rPr lang="ko-KR" altLang="en-US" dirty="0" err="1"/>
              <a:t>액세스학고</a:t>
            </a:r>
            <a:r>
              <a:rPr lang="ko-KR" altLang="en-US" dirty="0"/>
              <a:t> 작업을 수행하도록 리소스 객체 및 리소스 모음을 제공함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최신의 일관성 있는 인터페이스</a:t>
            </a:r>
            <a:r>
              <a:rPr lang="en-US" altLang="ko-KR" dirty="0"/>
              <a:t>: ‘Client’ </a:t>
            </a:r>
            <a:r>
              <a:rPr lang="ko-KR" altLang="en-US" dirty="0"/>
              <a:t>및 </a:t>
            </a:r>
            <a:r>
              <a:rPr lang="en-US" altLang="ko-KR" dirty="0"/>
              <a:t>‘Resource’</a:t>
            </a:r>
            <a:r>
              <a:rPr lang="ko-KR" altLang="en-US" dirty="0"/>
              <a:t>인터페이스에는 </a:t>
            </a:r>
            <a:r>
              <a:rPr lang="en-US" altLang="ko-KR" dirty="0"/>
              <a:t>AWS API</a:t>
            </a:r>
            <a:r>
              <a:rPr lang="ko-KR" altLang="en-US" dirty="0"/>
              <a:t>를 설명하는 </a:t>
            </a:r>
            <a:r>
              <a:rPr lang="en-US" altLang="ko-KR" dirty="0"/>
              <a:t>JSON</a:t>
            </a:r>
            <a:r>
              <a:rPr lang="ko-KR" altLang="en-US" dirty="0"/>
              <a:t>모델에서 </a:t>
            </a:r>
            <a:r>
              <a:rPr lang="en-US" altLang="ko-KR" dirty="0"/>
              <a:t>				</a:t>
            </a:r>
            <a:r>
              <a:rPr lang="ko-KR" altLang="en-US" dirty="0"/>
              <a:t>동적으로 생성된 클래스가 있어</a:t>
            </a:r>
            <a:r>
              <a:rPr lang="en-US" altLang="ko-KR" dirty="0"/>
              <a:t>,</a:t>
            </a:r>
            <a:r>
              <a:rPr lang="ko-KR" altLang="en-US" dirty="0"/>
              <a:t> 이를 통해 </a:t>
            </a:r>
            <a:r>
              <a:rPr lang="en-US" altLang="ko-KR" dirty="0"/>
              <a:t>AWS</a:t>
            </a:r>
            <a:r>
              <a:rPr lang="ko-KR" altLang="en-US" dirty="0"/>
              <a:t>는 모든 지원서비스 전체</a:t>
            </a:r>
            <a:r>
              <a:rPr lang="en-US" altLang="ko-KR" dirty="0"/>
              <a:t>				</a:t>
            </a:r>
            <a:r>
              <a:rPr lang="ko-KR" altLang="en-US" dirty="0"/>
              <a:t>에 일관성이 높고 매우 빠른 업데이트를 제공함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  waiters: AWS</a:t>
            </a:r>
            <a:r>
              <a:rPr lang="ko-KR" altLang="en-US" dirty="0"/>
              <a:t>리소스에서 </a:t>
            </a:r>
            <a:r>
              <a:rPr lang="en-US" altLang="ko-KR" dirty="0"/>
              <a:t> </a:t>
            </a:r>
            <a:r>
              <a:rPr lang="ko-KR" altLang="en-US" dirty="0"/>
              <a:t>사전에 정의된 상태 변화를 자동으로 </a:t>
            </a:r>
            <a:r>
              <a:rPr lang="ko-KR" altLang="en-US" dirty="0" err="1"/>
              <a:t>폴링하는</a:t>
            </a:r>
            <a:r>
              <a:rPr lang="ko-KR" altLang="en-US" dirty="0"/>
              <a:t> </a:t>
            </a:r>
            <a:r>
              <a:rPr lang="en-US" altLang="ko-KR" dirty="0"/>
              <a:t>“Waiters”</a:t>
            </a:r>
            <a:r>
              <a:rPr lang="ko-KR" altLang="en-US" dirty="0"/>
              <a:t>가 포함되어 있음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  <a:p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76990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BOTO3</a:t>
            </a:r>
            <a:r>
              <a:rPr lang="ko-KR" altLang="en-US" sz="2400" b="1" dirty="0"/>
              <a:t>를 이용한 </a:t>
            </a:r>
            <a:r>
              <a:rPr lang="en-US" altLang="ko-KR" sz="2400" b="1" dirty="0"/>
              <a:t>EC2 </a:t>
            </a:r>
            <a:r>
              <a:rPr lang="ko-KR" altLang="en-US" sz="2400" b="1" dirty="0"/>
              <a:t>제어</a:t>
            </a:r>
            <a:r>
              <a:rPr lang="en-US" altLang="ko-KR" sz="2400" b="1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인스턴스 리스트 보기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3E2799-75A3-44C3-B50D-49865006D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7" y="2538965"/>
            <a:ext cx="11098306" cy="14493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6B5D58F-3F7C-404E-990D-9E76A1090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47" y="4436354"/>
            <a:ext cx="73628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 </a:t>
            </a:r>
            <a:r>
              <a:rPr lang="ko-KR" altLang="en-US" dirty="0"/>
              <a:t>원하는 인스턴스 켜기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36EE5D-EB2A-4479-948D-26A33A8FA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65" y="1654982"/>
            <a:ext cx="8852319" cy="414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09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 </a:t>
            </a:r>
            <a:r>
              <a:rPr lang="ko-KR" altLang="en-US" dirty="0"/>
              <a:t>원하는 인스턴스 켜기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5E69DB-550E-4C66-9224-C8AD4F6DB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42" y="1623070"/>
            <a:ext cx="6715125" cy="16192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E52982-391A-40C1-8E5C-5D20AF759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43" y="3986647"/>
            <a:ext cx="10075144" cy="203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51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 </a:t>
            </a:r>
            <a:r>
              <a:rPr lang="ko-KR" altLang="en-US" dirty="0"/>
              <a:t>원하는 인스턴스 끄기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701A17-7012-4233-9049-A8E7A99ED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760" y="1769903"/>
            <a:ext cx="9071398" cy="379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4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 </a:t>
            </a:r>
            <a:r>
              <a:rPr lang="ko-KR" altLang="en-US" dirty="0"/>
              <a:t>원하는 인스턴스 끄기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ADB717-9E63-4E6F-B4BB-D02A10BDA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01" y="1691122"/>
            <a:ext cx="6657975" cy="14859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AC9695F-AD4C-4279-A254-BD2DBF953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201" y="3723974"/>
            <a:ext cx="10690195" cy="22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7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 </a:t>
            </a:r>
            <a:r>
              <a:rPr lang="ko-KR" altLang="en-US" dirty="0"/>
              <a:t>인스턴스 생성하기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2E7306-E333-44E7-9F79-A0C1FFEC2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95" y="1689110"/>
            <a:ext cx="10442209" cy="16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74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 </a:t>
            </a:r>
            <a:r>
              <a:rPr lang="ko-KR" altLang="en-US" dirty="0"/>
              <a:t>인스턴스 생성하기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EDC829-551A-4331-9661-1246C9AB2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20" y="1790808"/>
            <a:ext cx="6924675" cy="2124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1FE4D0E-2487-41E9-8A7F-16C2D0CB42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6383"/>
          <a:stretch/>
        </p:blipFill>
        <p:spPr>
          <a:xfrm>
            <a:off x="856620" y="4857925"/>
            <a:ext cx="10522360" cy="70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14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 </a:t>
            </a:r>
            <a:r>
              <a:rPr lang="ko-KR" altLang="en-US" dirty="0"/>
              <a:t>인스턴스 삭제하기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905015-B238-4ADD-956D-43EF635F4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260" y="1724025"/>
            <a:ext cx="8591819" cy="201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 </a:t>
            </a:r>
            <a:r>
              <a:rPr lang="ko-KR" altLang="en-US" dirty="0"/>
              <a:t>인스턴스 삭제하기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4B7557-FE94-4213-A392-B463D06B1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1709873"/>
            <a:ext cx="6743700" cy="1524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2DB8A7F-AC94-4BFF-B684-34A81EB1E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3796234"/>
            <a:ext cx="10474265" cy="216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59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  </a:t>
            </a:r>
            <a:r>
              <a:rPr lang="ko-KR" altLang="en-US" dirty="0" err="1"/>
              <a:t>키페어</a:t>
            </a:r>
            <a:r>
              <a:rPr lang="ko-KR" altLang="en-US" dirty="0"/>
              <a:t> 생성하기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9C5734-A436-4DD1-8420-ED069A05A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81" y="1828800"/>
            <a:ext cx="9767258" cy="253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317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  </a:t>
            </a:r>
            <a:r>
              <a:rPr lang="ko-KR" altLang="en-US" dirty="0" err="1"/>
              <a:t>키페어</a:t>
            </a:r>
            <a:r>
              <a:rPr lang="ko-KR" altLang="en-US" dirty="0"/>
              <a:t> 생성하기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AD3146-AB7E-4D94-8793-A2FE31BC3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2" y="1725396"/>
            <a:ext cx="10058400" cy="16929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B9AE4B5-864E-4413-8C2C-0CFB9E1CB5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4725"/>
          <a:stretch/>
        </p:blipFill>
        <p:spPr>
          <a:xfrm>
            <a:off x="862642" y="4120494"/>
            <a:ext cx="10351698" cy="161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43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 </a:t>
            </a:r>
            <a:r>
              <a:rPr lang="ko-KR" altLang="en-US" dirty="0" err="1"/>
              <a:t>키페어</a:t>
            </a:r>
            <a:r>
              <a:rPr lang="ko-KR" altLang="en-US" dirty="0"/>
              <a:t> 삭제하기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922A10-3E54-4178-AFBE-CA11DACF3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97" y="1796677"/>
            <a:ext cx="10524230" cy="241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98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 </a:t>
            </a:r>
            <a:r>
              <a:rPr lang="ko-KR" altLang="en-US" dirty="0" err="1"/>
              <a:t>키페어</a:t>
            </a:r>
            <a:r>
              <a:rPr lang="ko-KR" altLang="en-US" dirty="0"/>
              <a:t> 삭제하기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17A981-D9BC-4D44-A221-45AFECD4E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1" y="1742782"/>
            <a:ext cx="10506974" cy="159888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57BA985-B479-4945-A05A-97A5DE0D5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641" y="4317507"/>
            <a:ext cx="10506974" cy="15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10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 END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0152E7-3D69-1E4A-8AC8-3C1CBF5791B8}"/>
              </a:ext>
            </a:extLst>
          </p:cNvPr>
          <p:cNvSpPr txBox="1"/>
          <p:nvPr/>
        </p:nvSpPr>
        <p:spPr>
          <a:xfrm>
            <a:off x="5646816" y="3204118"/>
            <a:ext cx="13821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000" b="1" dirty="0"/>
              <a:t>END</a:t>
            </a:r>
          </a:p>
          <a:p>
            <a:r>
              <a:rPr kumimoji="1" lang="en-US" altLang="ko-KR" sz="4000" b="1" dirty="0"/>
              <a:t> </a:t>
            </a:r>
            <a:r>
              <a:rPr kumimoji="1" lang="ko-KR" altLang="en-US" sz="4000" b="1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endParaRPr lang="ko-KR" altLang="en-US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 defTabSz="457200" latinLnBrk="0"/>
            <a:r>
              <a:rPr lang="ko-KR" altLang="en-US" sz="1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
</a:t>
            </a:r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66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4831</TotalTime>
  <Words>655</Words>
  <Application>Microsoft Office PowerPoint</Application>
  <PresentationFormat>와이드스크린</PresentationFormat>
  <Paragraphs>135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y7133</dc:creator>
  <cp:lastModifiedBy>y7133</cp:lastModifiedBy>
  <cp:revision>96</cp:revision>
  <dcterms:created xsi:type="dcterms:W3CDTF">2020-07-09T09:06:23Z</dcterms:created>
  <dcterms:modified xsi:type="dcterms:W3CDTF">2020-07-31T06:41:51Z</dcterms:modified>
</cp:coreProperties>
</file>