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626" r:id="rId3"/>
    <p:sldId id="699" r:id="rId4"/>
    <p:sldId id="712" r:id="rId5"/>
    <p:sldId id="713" r:id="rId6"/>
    <p:sldId id="714" r:id="rId7"/>
    <p:sldId id="715" r:id="rId8"/>
    <p:sldId id="716" r:id="rId9"/>
    <p:sldId id="728" r:id="rId10"/>
    <p:sldId id="717" r:id="rId11"/>
    <p:sldId id="718" r:id="rId12"/>
    <p:sldId id="721" r:id="rId13"/>
    <p:sldId id="719" r:id="rId14"/>
    <p:sldId id="720" r:id="rId15"/>
    <p:sldId id="722" r:id="rId16"/>
    <p:sldId id="723" r:id="rId17"/>
    <p:sldId id="726" r:id="rId18"/>
    <p:sldId id="727" r:id="rId19"/>
    <p:sldId id="61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4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교수님께서 </a:t>
            </a:r>
            <a:r>
              <a:rPr lang="en-US" altLang="ko-KR" dirty="0" err="1"/>
              <a:t>url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직접 가져와서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ko-KR" altLang="en-US" dirty="0" err="1"/>
              <a:t>제어하는것을</a:t>
            </a:r>
            <a:r>
              <a:rPr lang="ko-KR" altLang="en-US" dirty="0"/>
              <a:t> 원하셨는데</a:t>
            </a:r>
            <a:r>
              <a:rPr lang="en-US" altLang="ko-KR" dirty="0"/>
              <a:t>, </a:t>
            </a:r>
            <a:r>
              <a:rPr lang="ko-KR" altLang="en-US" dirty="0"/>
              <a:t>이것을 하기 전에 먼저 </a:t>
            </a:r>
            <a:r>
              <a:rPr lang="en-US" altLang="ko-KR" dirty="0"/>
              <a:t>URL</a:t>
            </a:r>
            <a:r>
              <a:rPr lang="ko-KR" altLang="en-US" dirty="0"/>
              <a:t>에 대한 이해를 하고 전에 만들어 놓은 </a:t>
            </a:r>
            <a:r>
              <a:rPr lang="en-US" altLang="ko-KR" dirty="0" err="1"/>
              <a:t>aws</a:t>
            </a:r>
            <a:r>
              <a:rPr lang="en-US" altLang="ko-KR" dirty="0"/>
              <a:t> rest </a:t>
            </a:r>
            <a:r>
              <a:rPr lang="en-US" altLang="ko-KR" dirty="0" err="1"/>
              <a:t>api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이용해서 </a:t>
            </a:r>
            <a:r>
              <a:rPr lang="en-US" altLang="ko-KR" dirty="0" err="1"/>
              <a:t>get,post</a:t>
            </a:r>
            <a:r>
              <a:rPr lang="ko-KR" altLang="en-US" dirty="0"/>
              <a:t>실습을 해보았습니다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순서는 이러한 </a:t>
            </a:r>
            <a:r>
              <a:rPr lang="ko-KR" altLang="en-US" dirty="0" err="1"/>
              <a:t>순입니당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보통 </a:t>
            </a:r>
            <a:r>
              <a:rPr lang="en-US" altLang="ko-KR" dirty="0" err="1"/>
              <a:t>url</a:t>
            </a:r>
            <a:r>
              <a:rPr lang="ko-KR" altLang="en-US" dirty="0"/>
              <a:t>은 </a:t>
            </a:r>
            <a:r>
              <a:rPr lang="ko-KR" altLang="en-US" dirty="0" err="1"/>
              <a:t>이런식으로</a:t>
            </a:r>
            <a:r>
              <a:rPr lang="ko-KR" altLang="en-US" dirty="0"/>
              <a:t> 작성하며 </a:t>
            </a:r>
            <a:r>
              <a:rPr lang="en-US" altLang="ko-KR" dirty="0" err="1"/>
              <a:t>url</a:t>
            </a:r>
            <a:r>
              <a:rPr lang="ko-KR" altLang="en-US" dirty="0"/>
              <a:t>은 프로토콜</a:t>
            </a:r>
            <a:r>
              <a:rPr lang="en-US" altLang="ko-KR" dirty="0"/>
              <a:t>,</a:t>
            </a:r>
            <a:r>
              <a:rPr lang="ko-KR" altLang="en-US" dirty="0"/>
              <a:t>도메인</a:t>
            </a:r>
            <a:r>
              <a:rPr lang="en-US" altLang="ko-KR" dirty="0"/>
              <a:t>,</a:t>
            </a:r>
            <a:r>
              <a:rPr lang="ko-KR" altLang="en-US" dirty="0"/>
              <a:t>파일경로와 이름</a:t>
            </a:r>
            <a:r>
              <a:rPr lang="en-US" altLang="ko-KR" dirty="0"/>
              <a:t>,</a:t>
            </a:r>
            <a:r>
              <a:rPr lang="ko-KR" altLang="en-US" dirty="0"/>
              <a:t>파라미터</a:t>
            </a:r>
            <a:r>
              <a:rPr lang="en-US" altLang="ko-KR" dirty="0"/>
              <a:t>,</a:t>
            </a:r>
            <a:r>
              <a:rPr lang="ko-KR" altLang="en-US" dirty="0" err="1"/>
              <a:t>프레그먼트로</a:t>
            </a:r>
            <a:r>
              <a:rPr lang="ko-KR" altLang="en-US" dirty="0"/>
              <a:t> </a:t>
            </a:r>
            <a:r>
              <a:rPr lang="ko-KR" altLang="en-US" dirty="0" err="1"/>
              <a:t>이루어져있습니다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52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프로토콜입니다 프로토콜은 </a:t>
            </a:r>
            <a:r>
              <a:rPr lang="en-US" altLang="ko-KR" dirty="0" err="1"/>
              <a:t>http,https</a:t>
            </a:r>
            <a:r>
              <a:rPr lang="ko-KR" altLang="en-US" dirty="0"/>
              <a:t>가 있는데</a:t>
            </a:r>
            <a:r>
              <a:rPr lang="en-US" altLang="ko-KR" dirty="0"/>
              <a:t>, http</a:t>
            </a:r>
            <a:r>
              <a:rPr lang="ko-KR" altLang="en-US" dirty="0"/>
              <a:t>는 웹상에서 주로 </a:t>
            </a:r>
            <a:r>
              <a:rPr lang="en-US" altLang="ko-KR" dirty="0"/>
              <a:t>html</a:t>
            </a:r>
            <a:r>
              <a:rPr lang="ko-KR" altLang="en-US" dirty="0"/>
              <a:t>문서를 주고받으며 클라이언트와 서버사이에 이루어지는 요청과 응답을 주고 받습니다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47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</a:t>
            </a:r>
            <a:r>
              <a:rPr lang="ko-KR" altLang="en-US" dirty="0"/>
              <a:t>는 </a:t>
            </a:r>
            <a:r>
              <a:rPr lang="en-US" altLang="ko-KR" dirty="0"/>
              <a:t>http</a:t>
            </a:r>
            <a:r>
              <a:rPr lang="ko-KR" altLang="en-US" dirty="0"/>
              <a:t>의 </a:t>
            </a:r>
            <a:r>
              <a:rPr lang="ko-KR" altLang="en-US" dirty="0" err="1"/>
              <a:t>봔이</a:t>
            </a:r>
            <a:r>
              <a:rPr lang="ko-KR" altLang="en-US" dirty="0"/>
              <a:t> 강화된 버전으로 </a:t>
            </a:r>
            <a:r>
              <a:rPr lang="en-US" altLang="ko-KR" dirty="0" err="1"/>
              <a:t>ssl</a:t>
            </a:r>
            <a:r>
              <a:rPr lang="ko-KR" altLang="en-US" dirty="0"/>
              <a:t>이나 </a:t>
            </a:r>
            <a:r>
              <a:rPr lang="en-US" altLang="ko-KR" dirty="0" err="1"/>
              <a:t>tcl</a:t>
            </a:r>
            <a:r>
              <a:rPr lang="ko-KR" altLang="en-US" dirty="0"/>
              <a:t>을 통해 암호화한 세션 데이터로 주고 받습니다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7412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도메인입니다 도메인은 상위도메인</a:t>
            </a:r>
            <a:r>
              <a:rPr lang="en-US" altLang="ko-KR" dirty="0"/>
              <a:t>,</a:t>
            </a:r>
            <a:r>
              <a:rPr lang="ko-KR" altLang="en-US" dirty="0"/>
              <a:t>도메인이름</a:t>
            </a:r>
            <a:r>
              <a:rPr lang="en-US" altLang="ko-KR" dirty="0"/>
              <a:t>,</a:t>
            </a:r>
            <a:r>
              <a:rPr lang="ko-KR" altLang="en-US" dirty="0"/>
              <a:t>호스트명으로 </a:t>
            </a:r>
            <a:r>
              <a:rPr lang="ko-KR" altLang="en-US" dirty="0" err="1"/>
              <a:t>이루어져있습니다</a:t>
            </a:r>
            <a:r>
              <a:rPr lang="en-US" altLang="ko-KR" dirty="0"/>
              <a:t>. </a:t>
            </a:r>
            <a:r>
              <a:rPr lang="ko-KR" altLang="en-US" dirty="0"/>
              <a:t>도메인은 네트워크 상의 컴퓨터 주소를 의미하고 각 정보는 점으로 구분할 수 있으며</a:t>
            </a:r>
            <a:r>
              <a:rPr lang="en-US" altLang="ko-KR" dirty="0"/>
              <a:t>, </a:t>
            </a:r>
            <a:r>
              <a:rPr lang="ko-KR" altLang="en-US" dirty="0"/>
              <a:t>뒤에서부터 순차적으로 확인할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4851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상위도메인명은</a:t>
            </a:r>
            <a:r>
              <a:rPr lang="ko-KR" altLang="en-US" dirty="0"/>
              <a:t> 국가나 기관을 구분하며 도메인명은 숫자로 이루어진 </a:t>
            </a:r>
            <a:r>
              <a:rPr lang="en-US" altLang="ko-KR" dirty="0"/>
              <a:t>IP</a:t>
            </a:r>
            <a:r>
              <a:rPr lang="ko-KR" altLang="en-US" dirty="0"/>
              <a:t>주소를 알기 쉬운 영문으로 </a:t>
            </a:r>
            <a:r>
              <a:rPr lang="ko-KR" altLang="en-US" dirty="0" err="1"/>
              <a:t>표현한것입니다</a:t>
            </a:r>
            <a:r>
              <a:rPr lang="en-US" altLang="ko-KR" dirty="0"/>
              <a:t>. </a:t>
            </a:r>
            <a:r>
              <a:rPr lang="ko-KR" altLang="en-US" dirty="0"/>
              <a:t>호스트명은 인터넷에 연결된 지역의 이름이며 도메인에 속한 컴퓨터로서 </a:t>
            </a:r>
            <a:r>
              <a:rPr lang="ko-KR" altLang="en-US" dirty="0" err="1"/>
              <a:t>도메인의하위개념입니다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519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파일 디렉토리 경로와 파일명은 파일 도메인에 해당하는 웹서버를 기준으로</a:t>
            </a:r>
            <a:r>
              <a:rPr lang="en-US" altLang="ko-KR" dirty="0"/>
              <a:t>,</a:t>
            </a:r>
            <a:r>
              <a:rPr lang="ko-KR" altLang="en-US" dirty="0"/>
              <a:t>제공하고자 하는 페이지가 속한 폴더명과 </a:t>
            </a:r>
            <a:r>
              <a:rPr lang="ko-KR" altLang="en-US" dirty="0" err="1"/>
              <a:t>파일명ㅇ</a:t>
            </a:r>
            <a:r>
              <a:rPr lang="ko-KR" altLang="en-US" dirty="0"/>
              <a:t> 나타난 경로를 표현합니다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0741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파라미터는 가변적인 </a:t>
            </a:r>
            <a:r>
              <a:rPr lang="ko-KR" altLang="en-US" dirty="0" err="1"/>
              <a:t>콘테츠를</a:t>
            </a:r>
            <a:r>
              <a:rPr lang="ko-KR" altLang="en-US" dirty="0"/>
              <a:t> 처리하기 위한 </a:t>
            </a:r>
            <a:r>
              <a:rPr lang="ko-KR" altLang="en-US" dirty="0" err="1"/>
              <a:t>정ㅇ보로</a:t>
            </a:r>
            <a:r>
              <a:rPr lang="ko-KR" altLang="en-US" dirty="0"/>
              <a:t> </a:t>
            </a:r>
            <a:r>
              <a:rPr lang="ko-KR" altLang="en-US" dirty="0" err="1"/>
              <a:t>쿼리스트링이라고도하며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파일 명 뒤 물음표 이후에 나열되어 이름과 값으로 구성된 세트가 </a:t>
            </a:r>
            <a:r>
              <a:rPr lang="en-US" altLang="ko-KR" dirty="0"/>
              <a:t>1</a:t>
            </a:r>
            <a:r>
              <a:rPr lang="ko-KR" altLang="en-US" dirty="0" err="1"/>
              <a:t>개이상</a:t>
            </a:r>
            <a:r>
              <a:rPr lang="ko-KR" altLang="en-US" dirty="0"/>
              <a:t> 존재할 수 있습니다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URL</a:t>
            </a:r>
            <a:r>
              <a:rPr lang="ko-KR" altLang="en-US" dirty="0"/>
              <a:t>을 구분하기 위한 정보</a:t>
            </a:r>
            <a:r>
              <a:rPr lang="en-US" altLang="ko-KR" dirty="0"/>
              <a:t>,</a:t>
            </a:r>
            <a:r>
              <a:rPr lang="ko-KR" altLang="en-US" dirty="0"/>
              <a:t>파일 디렉토리 및 파일 명역할을 하기 위한 </a:t>
            </a:r>
            <a:r>
              <a:rPr lang="ko-KR" altLang="en-US" dirty="0" err="1"/>
              <a:t>정보로써도</a:t>
            </a:r>
            <a:r>
              <a:rPr lang="ko-KR" altLang="en-US" dirty="0"/>
              <a:t> 사용됩니다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1500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플래그먼트는</a:t>
            </a:r>
            <a:r>
              <a:rPr lang="ko-KR" altLang="en-US" dirty="0"/>
              <a:t> 해당페이지에서 </a:t>
            </a:r>
            <a:r>
              <a:rPr lang="en-US" altLang="ko-KR" dirty="0"/>
              <a:t>content</a:t>
            </a:r>
            <a:r>
              <a:rPr lang="ko-KR" altLang="en-US" dirty="0"/>
              <a:t>영역을 지시하는데</a:t>
            </a:r>
            <a:r>
              <a:rPr lang="en-US" altLang="ko-KR" dirty="0"/>
              <a:t>, </a:t>
            </a:r>
            <a:r>
              <a:rPr lang="en-US" altLang="ko-KR" dirty="0" err="1"/>
              <a:t>url</a:t>
            </a:r>
            <a:r>
              <a:rPr lang="ko-KR" altLang="en-US" dirty="0"/>
              <a:t>뒤에 해시태그를 붙인 </a:t>
            </a:r>
            <a:r>
              <a:rPr lang="en-US" altLang="ko-KR" dirty="0"/>
              <a:t>id</a:t>
            </a:r>
            <a:r>
              <a:rPr lang="ko-KR" altLang="en-US" dirty="0"/>
              <a:t>요소를 붙여 확인이 가능하며 여러 콘텐츠가 나열된 페이지의 특정 위치 정보를 사용자에게 함께 전달하고자 </a:t>
            </a:r>
            <a:r>
              <a:rPr lang="ko-KR" altLang="en-US" dirty="0" err="1"/>
              <a:t>할때</a:t>
            </a:r>
            <a:r>
              <a:rPr lang="ko-KR" altLang="en-US" dirty="0"/>
              <a:t> 유용하게 쓰일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7781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HTTP</a:t>
            </a:r>
            <a:r>
              <a:rPr lang="ko-KR" altLang="en-US" dirty="0"/>
              <a:t>요청과 응답메시지에 대한 구조를 알아봤습니다</a:t>
            </a:r>
            <a:r>
              <a:rPr lang="en-US" altLang="ko-KR" dirty="0"/>
              <a:t>. </a:t>
            </a:r>
            <a:r>
              <a:rPr lang="ko-KR" altLang="en-US" dirty="0"/>
              <a:t>요청과 요구 둘다 비슷한 구조를 가지고 있는데 </a:t>
            </a:r>
            <a:r>
              <a:rPr lang="en-US" altLang="ko-KR" dirty="0"/>
              <a:t>start </a:t>
            </a:r>
            <a:r>
              <a:rPr lang="en-US" altLang="ko-KR" dirty="0" err="1"/>
              <a:t>line,header,emptyline,body</a:t>
            </a:r>
            <a:r>
              <a:rPr lang="ko-KR" altLang="en-US" dirty="0"/>
              <a:t>로 </a:t>
            </a:r>
            <a:r>
              <a:rPr lang="ko-KR" altLang="en-US" dirty="0" err="1"/>
              <a:t>이루어져있습니다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4153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  <a:r>
              <a:rPr lang="ko-KR" altLang="en-US" dirty="0"/>
              <a:t> </a:t>
            </a:r>
            <a:r>
              <a:rPr lang="en-US" altLang="ko-KR" dirty="0"/>
              <a:t>line</a:t>
            </a:r>
            <a:r>
              <a:rPr lang="ko-KR" altLang="en-US" dirty="0"/>
              <a:t> 에는 </a:t>
            </a:r>
            <a:r>
              <a:rPr lang="en-US" altLang="ko-KR" dirty="0"/>
              <a:t>HTTP </a:t>
            </a:r>
            <a:r>
              <a:rPr lang="ko-KR" altLang="en-US" dirty="0"/>
              <a:t>메서드를 사용해 서버가 수행해야할 동작을 나타내며 </a:t>
            </a:r>
            <a:r>
              <a:rPr lang="en-US" altLang="ko-KR" dirty="0"/>
              <a:t>URL,</a:t>
            </a:r>
            <a:r>
              <a:rPr lang="ko-KR" altLang="en-US" dirty="0"/>
              <a:t>프로토콜</a:t>
            </a:r>
            <a:r>
              <a:rPr lang="en-US" altLang="ko-KR" dirty="0"/>
              <a:t>,</a:t>
            </a:r>
            <a:r>
              <a:rPr lang="ko-KR" altLang="en-US" dirty="0"/>
              <a:t>포트 도메인의 </a:t>
            </a:r>
            <a:r>
              <a:rPr lang="ko-KR" altLang="en-US" dirty="0" err="1"/>
              <a:t>절대경로등</a:t>
            </a:r>
            <a:r>
              <a:rPr lang="ko-KR" altLang="en-US" dirty="0"/>
              <a:t> 이 있고 </a:t>
            </a:r>
            <a:r>
              <a:rPr lang="en-US" altLang="ko-KR" dirty="0"/>
              <a:t>HTTP</a:t>
            </a:r>
            <a:r>
              <a:rPr lang="ko-KR" altLang="en-US" dirty="0"/>
              <a:t>버전이 들어갑니다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852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</a:t>
            </a:r>
            <a:r>
              <a:rPr lang="ko-KR" altLang="en-US" dirty="0"/>
              <a:t>는 </a:t>
            </a:r>
            <a:r>
              <a:rPr lang="en-US" altLang="ko-KR" dirty="0"/>
              <a:t>request </a:t>
            </a:r>
            <a:r>
              <a:rPr lang="en-US" altLang="ko-KR" dirty="0" err="1"/>
              <a:t>headers,general</a:t>
            </a:r>
            <a:r>
              <a:rPr lang="en-US" altLang="ko-KR" dirty="0"/>
              <a:t> </a:t>
            </a:r>
            <a:r>
              <a:rPr lang="en-US" altLang="ko-KR" dirty="0" err="1"/>
              <a:t>headers,entity</a:t>
            </a:r>
            <a:r>
              <a:rPr lang="en-US" altLang="ko-KR" dirty="0"/>
              <a:t> headers</a:t>
            </a:r>
            <a:r>
              <a:rPr lang="ko-KR" altLang="en-US" dirty="0"/>
              <a:t>가 있는데 </a:t>
            </a:r>
            <a:r>
              <a:rPr lang="en-US" altLang="ko-KR" dirty="0"/>
              <a:t>general</a:t>
            </a:r>
            <a:r>
              <a:rPr lang="ko-KR" altLang="en-US" dirty="0"/>
              <a:t>헤더에서 </a:t>
            </a:r>
            <a:r>
              <a:rPr lang="en-US" altLang="ko-KR" dirty="0"/>
              <a:t>via</a:t>
            </a:r>
            <a:r>
              <a:rPr lang="ko-KR" altLang="en-US" dirty="0" err="1"/>
              <a:t>같은헤더는</a:t>
            </a:r>
            <a:r>
              <a:rPr lang="ko-KR" altLang="en-US" dirty="0"/>
              <a:t> 메시지 전체에 적용되며 </a:t>
            </a:r>
            <a:r>
              <a:rPr lang="en-US" altLang="ko-KR" dirty="0" err="1"/>
              <a:t>reques</a:t>
            </a:r>
            <a:r>
              <a:rPr lang="ko-KR" altLang="en-US" dirty="0"/>
              <a:t>헤더는 요청의 내용을 좀더 구체화시키고 </a:t>
            </a:r>
            <a:r>
              <a:rPr lang="ko-KR" altLang="en-US" dirty="0" err="1"/>
              <a:t>컨텍스를</a:t>
            </a:r>
            <a:r>
              <a:rPr lang="ko-KR" altLang="en-US" dirty="0"/>
              <a:t> 제공하기도 하며 조건에 따른 제약사항을 첨가하기도 합니다 </a:t>
            </a:r>
            <a:r>
              <a:rPr lang="en-US" altLang="ko-KR" dirty="0"/>
              <a:t>entity</a:t>
            </a:r>
            <a:r>
              <a:rPr lang="ko-KR" altLang="en-US" dirty="0"/>
              <a:t>헤더는 본문과 </a:t>
            </a:r>
            <a:r>
              <a:rPr lang="ko-KR" altLang="en-US" dirty="0" err="1"/>
              <a:t>관련이있는</a:t>
            </a:r>
            <a:r>
              <a:rPr lang="ko-KR" altLang="en-US" dirty="0"/>
              <a:t> 헤더입니다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1455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본문은 </a:t>
            </a:r>
            <a:r>
              <a:rPr lang="en-US" altLang="ko-KR" dirty="0"/>
              <a:t>post</a:t>
            </a:r>
            <a:r>
              <a:rPr lang="ko-KR" altLang="en-US" dirty="0"/>
              <a:t>요청일 경우에 필요하고 </a:t>
            </a:r>
            <a:r>
              <a:rPr lang="en-US" altLang="ko-KR" dirty="0"/>
              <a:t>HTML</a:t>
            </a:r>
            <a:r>
              <a:rPr lang="ko-KR" altLang="en-US" dirty="0"/>
              <a:t>폼과 관련이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5451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응답메시지에서도 요청과 마찬가지로 </a:t>
            </a:r>
            <a:r>
              <a:rPr lang="en-US" altLang="ko-KR" dirty="0" err="1"/>
              <a:t>reaponse</a:t>
            </a:r>
            <a:r>
              <a:rPr lang="en-US" altLang="ko-KR" dirty="0"/>
              <a:t> </a:t>
            </a:r>
            <a:r>
              <a:rPr lang="en-US" altLang="ko-KR" dirty="0" err="1"/>
              <a:t>headers,entity</a:t>
            </a:r>
            <a:r>
              <a:rPr lang="en-US" altLang="ko-KR" dirty="0"/>
              <a:t> </a:t>
            </a:r>
            <a:r>
              <a:rPr lang="en-US" altLang="ko-KR" dirty="0" err="1"/>
              <a:t>headers,generalheaders</a:t>
            </a:r>
            <a:r>
              <a:rPr lang="ko-KR" altLang="en-US" dirty="0"/>
              <a:t>로 </a:t>
            </a:r>
            <a:r>
              <a:rPr lang="ko-KR" altLang="en-US" dirty="0" err="1"/>
              <a:t>이루어져있습니다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3077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전에 만든 </a:t>
            </a:r>
            <a:r>
              <a:rPr lang="en-US" altLang="ko-KR" dirty="0" err="1"/>
              <a:t>aws</a:t>
            </a:r>
            <a:r>
              <a:rPr lang="en-US" altLang="ko-KR" dirty="0"/>
              <a:t> lambda</a:t>
            </a:r>
            <a:r>
              <a:rPr lang="ko-KR" altLang="en-US" dirty="0"/>
              <a:t>와 </a:t>
            </a:r>
            <a:r>
              <a:rPr lang="en-US" altLang="ko-KR" dirty="0" err="1"/>
              <a:t>aws</a:t>
            </a:r>
            <a:r>
              <a:rPr lang="en-US" altLang="ko-KR" dirty="0"/>
              <a:t> </a:t>
            </a:r>
            <a:r>
              <a:rPr lang="en-US" altLang="ko-KR" dirty="0" err="1"/>
              <a:t>apigateway</a:t>
            </a:r>
            <a:r>
              <a:rPr lang="ko-KR" altLang="en-US" dirty="0"/>
              <a:t>로 만든 </a:t>
            </a:r>
            <a:r>
              <a:rPr lang="en-US" altLang="ko-KR" dirty="0"/>
              <a:t>rest </a:t>
            </a:r>
            <a:r>
              <a:rPr lang="en-US" altLang="ko-KR" dirty="0" err="1"/>
              <a:t>api</a:t>
            </a:r>
            <a:r>
              <a:rPr lang="ko-KR" altLang="en-US" dirty="0"/>
              <a:t>서버 </a:t>
            </a:r>
            <a:r>
              <a:rPr lang="en-US" altLang="ko-KR" dirty="0" err="1"/>
              <a:t>url</a:t>
            </a:r>
            <a:r>
              <a:rPr lang="ko-KR" altLang="en-US" dirty="0"/>
              <a:t>을 가지고 </a:t>
            </a:r>
            <a:r>
              <a:rPr lang="en-US" altLang="ko-KR" dirty="0" err="1"/>
              <a:t>post,get</a:t>
            </a:r>
            <a:r>
              <a:rPr lang="ko-KR" altLang="en-US" dirty="0"/>
              <a:t>을 해보았습니다</a:t>
            </a:r>
            <a:endParaRPr lang="en-US" altLang="ko-KR" dirty="0"/>
          </a:p>
          <a:p>
            <a:r>
              <a:rPr lang="en-US" dirty="0"/>
              <a:t>Java</a:t>
            </a:r>
            <a:r>
              <a:rPr lang="ko-KR" altLang="en-US" dirty="0"/>
              <a:t>를 사용하여 </a:t>
            </a:r>
            <a:r>
              <a:rPr lang="en-US" altLang="ko-KR" dirty="0" err="1"/>
              <a:t>HTTPURLConnection</a:t>
            </a:r>
            <a:r>
              <a:rPr lang="ko-KR" altLang="en-US" dirty="0"/>
              <a:t>을 사용하여  해당 </a:t>
            </a:r>
            <a:r>
              <a:rPr lang="en-US" altLang="ko-KR" dirty="0" err="1"/>
              <a:t>url</a:t>
            </a:r>
            <a:r>
              <a:rPr lang="ko-KR" altLang="en-US" dirty="0"/>
              <a:t>과 연결하고 </a:t>
            </a:r>
            <a:r>
              <a:rPr lang="en-US" altLang="ko-KR" dirty="0"/>
              <a:t>json</a:t>
            </a:r>
            <a:r>
              <a:rPr lang="ko-KR" altLang="en-US" dirty="0"/>
              <a:t>파일을 넘겨줍니다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5111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</a:t>
            </a:r>
            <a:r>
              <a:rPr lang="ko-KR" altLang="en-US" dirty="0"/>
              <a:t>으로는 </a:t>
            </a:r>
            <a:r>
              <a:rPr lang="en-US" altLang="ko-KR" dirty="0" err="1"/>
              <a:t>url</a:t>
            </a:r>
            <a:r>
              <a:rPr lang="ko-KR" altLang="en-US" dirty="0"/>
              <a:t>에서 </a:t>
            </a:r>
            <a:r>
              <a:rPr lang="en-US" altLang="ko-KR" dirty="0"/>
              <a:t>json</a:t>
            </a:r>
            <a:r>
              <a:rPr lang="ko-KR" altLang="en-US" dirty="0"/>
              <a:t>파일형식으로 받아옵니다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7035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결과를 보면 </a:t>
            </a:r>
            <a:r>
              <a:rPr lang="en-US" altLang="ko-KR" dirty="0"/>
              <a:t>post</a:t>
            </a:r>
            <a:r>
              <a:rPr lang="ko-KR" altLang="en-US" dirty="0"/>
              <a:t>로 </a:t>
            </a:r>
            <a:r>
              <a:rPr lang="en-US" altLang="ko-KR" dirty="0"/>
              <a:t>json</a:t>
            </a:r>
            <a:r>
              <a:rPr lang="ko-KR" altLang="en-US" dirty="0"/>
              <a:t>파일이 넘어가 </a:t>
            </a:r>
            <a:r>
              <a:rPr lang="en-US" altLang="ko-KR" dirty="0"/>
              <a:t>id</a:t>
            </a:r>
            <a:r>
              <a:rPr lang="ko-KR" altLang="en-US" dirty="0"/>
              <a:t>가 </a:t>
            </a:r>
            <a:r>
              <a:rPr lang="ko-KR" altLang="en-US" dirty="0" err="1"/>
              <a:t>리턴한것을</a:t>
            </a:r>
            <a:r>
              <a:rPr lang="ko-KR" altLang="en-US" dirty="0"/>
              <a:t> </a:t>
            </a:r>
            <a:r>
              <a:rPr lang="ko-KR" altLang="en-US" dirty="0" err="1"/>
              <a:t>알수있고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get</a:t>
            </a:r>
            <a:r>
              <a:rPr lang="ko-KR" altLang="en-US" dirty="0"/>
              <a:t>에서는 </a:t>
            </a:r>
            <a:r>
              <a:rPr lang="en-US" altLang="ko-KR" dirty="0"/>
              <a:t>200</a:t>
            </a:r>
            <a:r>
              <a:rPr lang="ko-KR" altLang="en-US" dirty="0"/>
              <a:t>이라는 정상응답코드와 </a:t>
            </a:r>
            <a:r>
              <a:rPr lang="en-US" altLang="ko-KR" dirty="0"/>
              <a:t>json</a:t>
            </a:r>
            <a:r>
              <a:rPr lang="ko-KR" altLang="en-US" dirty="0"/>
              <a:t>정보를 가져옵니다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49886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URL</a:t>
            </a:r>
            <a:r>
              <a:rPr lang="ko-KR" altLang="en-US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 구조 및 통신</a:t>
            </a:r>
            <a:endParaRPr lang="en-US" altLang="ko-KR" sz="3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(8.06.2020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1069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400" b="1" dirty="0">
                <a:latin typeface="+mj-ea"/>
                <a:ea typeface="+mj-ea"/>
              </a:rPr>
              <a:t> URL</a:t>
            </a:r>
            <a:r>
              <a:rPr lang="ko-KR" altLang="en-US" sz="2400" b="1" dirty="0">
                <a:latin typeface="+mj-ea"/>
                <a:ea typeface="+mj-ea"/>
              </a:rPr>
              <a:t>구조</a:t>
            </a:r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sz="2400" b="1" dirty="0">
                <a:latin typeface="+mj-ea"/>
                <a:ea typeface="+mj-ea"/>
              </a:rPr>
              <a:t>	</a:t>
            </a:r>
          </a:p>
          <a:p>
            <a:endParaRPr lang="en-US" altLang="ko-KR" sz="2400" b="1" dirty="0">
              <a:latin typeface="+mj-ea"/>
              <a:ea typeface="+mj-ea"/>
            </a:endParaRPr>
          </a:p>
          <a:p>
            <a:pPr marL="457200" indent="-457200">
              <a:buAutoNum type="arabicPeriod" startAt="2"/>
            </a:pPr>
            <a:r>
              <a:rPr lang="en-US" altLang="ko-KR" sz="2400" b="1" dirty="0">
                <a:latin typeface="+mj-ea"/>
                <a:ea typeface="+mj-ea"/>
              </a:rPr>
              <a:t>  URL</a:t>
            </a:r>
            <a:r>
              <a:rPr lang="ko-KR" altLang="en-US" sz="2400" b="1" dirty="0">
                <a:latin typeface="+mj-ea"/>
                <a:ea typeface="+mj-ea"/>
              </a:rPr>
              <a:t> </a:t>
            </a:r>
            <a:r>
              <a:rPr lang="en-US" altLang="ko-KR" sz="2400" b="1" dirty="0">
                <a:latin typeface="+mj-ea"/>
                <a:ea typeface="+mj-ea"/>
              </a:rPr>
              <a:t>Message</a:t>
            </a:r>
          </a:p>
          <a:p>
            <a:pPr marL="342900" indent="-342900">
              <a:buAutoNum type="arabicPeriod" startAt="2"/>
            </a:pPr>
            <a:endParaRPr lang="en-US" altLang="ko-KR" sz="2400" b="1" dirty="0">
              <a:latin typeface="+mj-ea"/>
              <a:ea typeface="+mj-ea"/>
            </a:endParaRPr>
          </a:p>
          <a:p>
            <a:pPr marL="342900" indent="-342900">
              <a:buAutoNum type="arabicPeriod" startAt="2"/>
            </a:pPr>
            <a:endParaRPr lang="en-US" altLang="ko-KR" sz="2400" b="1" dirty="0">
              <a:latin typeface="+mj-ea"/>
              <a:ea typeface="+mj-ea"/>
            </a:endParaRPr>
          </a:p>
          <a:p>
            <a:r>
              <a:rPr lang="en-US" altLang="ko-KR" sz="2400" b="1" dirty="0">
                <a:latin typeface="+mj-ea"/>
                <a:ea typeface="+mj-ea"/>
              </a:rPr>
              <a:t>3.    POST&amp;GET</a:t>
            </a:r>
            <a:r>
              <a:rPr lang="en-US" altLang="ko-KR" b="1" dirty="0">
                <a:latin typeface="+mj-ea"/>
                <a:ea typeface="+mj-ea"/>
              </a:rPr>
              <a:t>	</a:t>
            </a:r>
          </a:p>
          <a:p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72F301-99A3-4030-AA93-45DF95A1B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9" y="2401932"/>
            <a:ext cx="11732201" cy="201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9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프로토콜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>
                <a:highlight>
                  <a:srgbClr val="FF0000"/>
                </a:highlight>
              </a:rPr>
              <a:t>http</a:t>
            </a:r>
            <a:r>
              <a:rPr lang="en-US" altLang="ko-KR" dirty="0"/>
              <a:t>://music.naver.com/listen/top100.nhn?domain=OVERSEA&amp;duration=1h#content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Http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웹 상에서 정보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html </a:t>
            </a:r>
            <a:r>
              <a:rPr lang="ko-KR" altLang="en-US" dirty="0"/>
              <a:t>문서를 주고 받을 수 있는 프로토콜이며</a:t>
            </a:r>
            <a:r>
              <a:rPr lang="en-US" altLang="ko-KR" dirty="0"/>
              <a:t>, </a:t>
            </a:r>
            <a:r>
              <a:rPr lang="ko-KR" altLang="en-US" dirty="0"/>
              <a:t>일반적인 웹 사이트에서 가장 많이 쓰임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〮 </a:t>
            </a:r>
            <a:r>
              <a:rPr lang="ko-KR" altLang="en-US" dirty="0"/>
              <a:t>해당 프로토콜을 통해 클라이언트와 서버 사이에 이루어지는 요청과 응답을 주고 받을 수 있음</a:t>
            </a: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91EFD1-404F-47DC-B067-0A405E915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3003852"/>
            <a:ext cx="4358641" cy="209375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D6DE663-21F9-44DC-A82A-141D360AEA32}"/>
              </a:ext>
            </a:extLst>
          </p:cNvPr>
          <p:cNvSpPr/>
          <p:nvPr/>
        </p:nvSpPr>
        <p:spPr>
          <a:xfrm>
            <a:off x="4490720" y="3708400"/>
            <a:ext cx="2235200" cy="467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94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Https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http</a:t>
            </a:r>
            <a:r>
              <a:rPr lang="ko-KR" altLang="en-US" dirty="0"/>
              <a:t>의 보안이 강화된 버전으로</a:t>
            </a:r>
            <a:r>
              <a:rPr lang="en-US" altLang="ko-KR" dirty="0"/>
              <a:t>,</a:t>
            </a:r>
            <a:r>
              <a:rPr lang="ko-KR" altLang="en-US" dirty="0"/>
              <a:t>통신에서 주고 받는 요청과 응답 데이터를 일반 텍스트가 아닌 </a:t>
            </a:r>
            <a:r>
              <a:rPr lang="en-US" altLang="ko-KR" dirty="0" err="1"/>
              <a:t>ssl</a:t>
            </a:r>
            <a:r>
              <a:rPr lang="en-US" altLang="ko-KR" dirty="0"/>
              <a:t> </a:t>
            </a:r>
            <a:r>
              <a:rPr lang="ko-KR" altLang="en-US" dirty="0"/>
              <a:t>이나 </a:t>
            </a:r>
            <a:r>
              <a:rPr lang="en-US" altLang="ko-KR" dirty="0" err="1"/>
              <a:t>tcl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을 통해 암호화 한 세션 데이터로 주고 받음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〮 </a:t>
            </a:r>
            <a:r>
              <a:rPr lang="ko-KR" altLang="en-US" dirty="0"/>
              <a:t>보안이 필요한 서비스</a:t>
            </a:r>
            <a:r>
              <a:rPr lang="en-US" altLang="ko-KR" dirty="0"/>
              <a:t>(</a:t>
            </a:r>
            <a:r>
              <a:rPr lang="ko-KR" altLang="en-US" dirty="0"/>
              <a:t>메일</a:t>
            </a:r>
            <a:r>
              <a:rPr lang="en-US" altLang="ko-KR" dirty="0"/>
              <a:t>,</a:t>
            </a:r>
            <a:r>
              <a:rPr lang="ko-KR" altLang="en-US" dirty="0"/>
              <a:t>은행</a:t>
            </a:r>
            <a:r>
              <a:rPr lang="en-US" altLang="ko-KR" dirty="0"/>
              <a:t>,</a:t>
            </a:r>
            <a:r>
              <a:rPr lang="ko-KR" altLang="en-US" dirty="0" err="1"/>
              <a:t>카드등</a:t>
            </a:r>
            <a:r>
              <a:rPr lang="en-US" altLang="ko-KR" dirty="0"/>
              <a:t>)</a:t>
            </a:r>
            <a:r>
              <a:rPr lang="ko-KR" altLang="en-US" dirty="0"/>
              <a:t>에서 주로 쓰이는 것을 확인 할 수 있음</a:t>
            </a: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7F72A3-6117-4896-935D-48E85C0E0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54" y="1230421"/>
            <a:ext cx="5664491" cy="382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3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도메인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http://</a:t>
            </a:r>
            <a:r>
              <a:rPr lang="en-US" altLang="ko-KR" dirty="0">
                <a:highlight>
                  <a:srgbClr val="00FF00"/>
                </a:highlight>
              </a:rPr>
              <a:t>music.naver.com</a:t>
            </a:r>
            <a:r>
              <a:rPr lang="en-US" altLang="ko-KR" dirty="0"/>
              <a:t>/listen/top100.nhn?domain=OVERSEA&amp;duration=1h#content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도메인은 상위도메인</a:t>
            </a:r>
            <a:r>
              <a:rPr lang="en-US" altLang="ko-KR" dirty="0"/>
              <a:t>, </a:t>
            </a:r>
            <a:r>
              <a:rPr lang="ko-KR" altLang="en-US" dirty="0"/>
              <a:t>도메인 이름</a:t>
            </a:r>
            <a:r>
              <a:rPr lang="en-US" altLang="ko-KR" dirty="0"/>
              <a:t>,</a:t>
            </a:r>
            <a:r>
              <a:rPr lang="ko-KR" altLang="en-US" dirty="0"/>
              <a:t>호스트명으로 이루어져 있음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도메인은 네트워크 상의 컴퓨터 주소를 의미하며 국가나 기관의 정보</a:t>
            </a:r>
            <a:r>
              <a:rPr lang="en-US" altLang="ko-KR" dirty="0"/>
              <a:t>, </a:t>
            </a:r>
            <a:r>
              <a:rPr lang="ko-KR" altLang="en-US" dirty="0"/>
              <a:t>그리고 도메인이름과 도메인에 속한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 호스트 정보가 기입됨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각 정보는 점으로 구분할 수 있으며</a:t>
            </a:r>
            <a:r>
              <a:rPr lang="en-US" altLang="ko-KR" dirty="0"/>
              <a:t>,</a:t>
            </a:r>
            <a:r>
              <a:rPr lang="ko-KR" altLang="en-US" dirty="0"/>
              <a:t>뒤에서부터 순차적으로 확인 할 수 있음</a:t>
            </a:r>
            <a:endParaRPr lang="en-US" altLang="ko-KR" dirty="0"/>
          </a:p>
          <a:p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0201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b="1" dirty="0"/>
              <a:t>상위 도메인 명</a:t>
            </a:r>
            <a:endParaRPr lang="en-US" altLang="ko-KR" b="1" dirty="0"/>
          </a:p>
          <a:p>
            <a:r>
              <a:rPr lang="en-US" altLang="ko-KR" dirty="0"/>
              <a:t>	〮 </a:t>
            </a:r>
            <a:r>
              <a:rPr lang="ko-KR" altLang="en-US" sz="1600" dirty="0"/>
              <a:t>국가 구분</a:t>
            </a:r>
            <a:endParaRPr lang="en-US" altLang="ko-KR" sz="1600" dirty="0"/>
          </a:p>
          <a:p>
            <a:r>
              <a:rPr lang="en-US" altLang="ko-KR" sz="1600" dirty="0"/>
              <a:t>		- </a:t>
            </a:r>
            <a:r>
              <a:rPr lang="ko-KR" altLang="en-US" sz="1600" dirty="0"/>
              <a:t>캐나다 </a:t>
            </a:r>
            <a:r>
              <a:rPr lang="en-US" altLang="ko-KR" sz="1600" dirty="0"/>
              <a:t>‘ca’, </a:t>
            </a:r>
            <a:r>
              <a:rPr lang="ko-KR" altLang="en-US" sz="1600" dirty="0"/>
              <a:t>한국 </a:t>
            </a:r>
            <a:r>
              <a:rPr lang="en-US" altLang="ko-KR" sz="1600" dirty="0"/>
              <a:t>‘</a:t>
            </a:r>
            <a:r>
              <a:rPr lang="en-US" altLang="ko-KR" sz="1600" dirty="0" err="1"/>
              <a:t>kr</a:t>
            </a:r>
            <a:r>
              <a:rPr lang="en-US" altLang="ko-KR" sz="1600" dirty="0"/>
              <a:t>’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en-US" altLang="ko-KR" sz="1600" dirty="0"/>
              <a:t>	 〮 </a:t>
            </a:r>
            <a:r>
              <a:rPr lang="ko-KR" altLang="en-US" sz="1600" dirty="0"/>
              <a:t>기관 구분</a:t>
            </a:r>
            <a:endParaRPr lang="en-US" altLang="ko-KR" sz="1600" dirty="0"/>
          </a:p>
          <a:p>
            <a:r>
              <a:rPr lang="en-US" altLang="ko-KR" sz="1600" dirty="0"/>
              <a:t>		- </a:t>
            </a:r>
            <a:r>
              <a:rPr lang="ko-KR" altLang="en-US" sz="1600" dirty="0"/>
              <a:t>영리 목적 </a:t>
            </a:r>
            <a:r>
              <a:rPr lang="en-US" altLang="ko-KR" sz="1600" dirty="0"/>
              <a:t>‘com’, </a:t>
            </a:r>
            <a:r>
              <a:rPr lang="ko-KR" altLang="en-US" sz="1600" dirty="0"/>
              <a:t>비영리 목적 </a:t>
            </a:r>
            <a:r>
              <a:rPr lang="en-US" altLang="ko-KR" sz="1600" dirty="0"/>
              <a:t>‘org’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ko-KR" altLang="en-US" b="1" dirty="0"/>
              <a:t>도메인 명</a:t>
            </a:r>
            <a:endParaRPr lang="en-US" altLang="ko-KR" b="1" dirty="0"/>
          </a:p>
          <a:p>
            <a:pPr lvl="2"/>
            <a:r>
              <a:rPr lang="en-US" altLang="ko-KR" dirty="0"/>
              <a:t>〮 </a:t>
            </a:r>
            <a:r>
              <a:rPr lang="ko-KR" altLang="en-US" sz="1600" dirty="0"/>
              <a:t>인터넷 상의 컴퓨터 주소는 숫자로 이루어진 </a:t>
            </a:r>
            <a:r>
              <a:rPr lang="en-US" altLang="ko-KR" sz="1600" dirty="0"/>
              <a:t>IP</a:t>
            </a:r>
            <a:r>
              <a:rPr lang="ko-KR" altLang="en-US" sz="1600" dirty="0"/>
              <a:t>주소로 표현되며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숫자로 이루어진 주소를</a:t>
            </a:r>
            <a:endParaRPr lang="en-US" altLang="ko-KR" sz="1600" dirty="0"/>
          </a:p>
          <a:p>
            <a:pPr lvl="2"/>
            <a:r>
              <a:rPr lang="en-US" altLang="ko-KR" sz="1600" dirty="0"/>
              <a:t>  </a:t>
            </a:r>
            <a:r>
              <a:rPr lang="ko-KR" altLang="en-US" sz="1600" dirty="0"/>
              <a:t>알기 쉬운 영문으로 표현한 것</a:t>
            </a:r>
            <a:endParaRPr lang="en-US" altLang="ko-KR" sz="1600" dirty="0"/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ko-KR" altLang="en-US" b="1" dirty="0"/>
              <a:t>호스트 명</a:t>
            </a:r>
            <a:endParaRPr lang="en-US" altLang="ko-KR" b="1" dirty="0"/>
          </a:p>
          <a:p>
            <a:r>
              <a:rPr lang="en-US" altLang="ko-KR" dirty="0"/>
              <a:t>	 〮  </a:t>
            </a:r>
            <a:r>
              <a:rPr lang="ko-KR" altLang="en-US" sz="1600" dirty="0"/>
              <a:t>호스트의 사전적 의미는 </a:t>
            </a:r>
            <a:r>
              <a:rPr lang="en-US" altLang="ko-KR" sz="1600" dirty="0"/>
              <a:t>‘</a:t>
            </a:r>
            <a:r>
              <a:rPr lang="ko-KR" altLang="en-US" sz="1600" dirty="0"/>
              <a:t>인터넷에 연결된 지역의 이름</a:t>
            </a:r>
            <a:r>
              <a:rPr lang="en-US" altLang="ko-KR" sz="1600" dirty="0"/>
              <a:t>’</a:t>
            </a:r>
            <a:r>
              <a:rPr lang="ko-KR" altLang="en-US" sz="1600" dirty="0"/>
              <a:t>이며 좀 더 쉽게는 도메인에 속한 컴퓨터</a:t>
            </a:r>
            <a:endParaRPr lang="en-US" altLang="ko-KR" sz="1600" dirty="0"/>
          </a:p>
          <a:p>
            <a:r>
              <a:rPr lang="en-US" altLang="ko-KR" sz="1600" dirty="0"/>
              <a:t>    	    </a:t>
            </a:r>
            <a:r>
              <a:rPr lang="ko-KR" altLang="en-US" sz="1600" dirty="0"/>
              <a:t>이름</a:t>
            </a:r>
            <a:r>
              <a:rPr lang="en-US" altLang="ko-KR" sz="1600" dirty="0"/>
              <a:t>, </a:t>
            </a:r>
            <a:r>
              <a:rPr lang="ko-KR" altLang="en-US" sz="1600" dirty="0"/>
              <a:t>도메인의 하위개념으로 이해할 수 있음</a:t>
            </a:r>
            <a:endParaRPr lang="en-US" altLang="ko-KR" sz="1600" dirty="0"/>
          </a:p>
          <a:p>
            <a:r>
              <a:rPr lang="en-US" altLang="ko-KR" dirty="0"/>
              <a:t>	 </a:t>
            </a:r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944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파일 디렉토리 경로와 파일명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http://music.naver.com/</a:t>
            </a:r>
            <a:r>
              <a:rPr lang="en-US" altLang="ko-KR" dirty="0">
                <a:highlight>
                  <a:srgbClr val="FFFF00"/>
                </a:highlight>
              </a:rPr>
              <a:t>listen/top100.nhn</a:t>
            </a:r>
            <a:r>
              <a:rPr lang="en-US" altLang="ko-KR" dirty="0"/>
              <a:t>?domain=OVERSEA&amp;duration=1h#content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〮 파일 도메인에 해당하는 웹서버를 기준으로</a:t>
            </a:r>
            <a:r>
              <a:rPr lang="en-US" altLang="ko-KR" dirty="0"/>
              <a:t>, </a:t>
            </a:r>
            <a:r>
              <a:rPr lang="ko-KR" altLang="en-US" dirty="0"/>
              <a:t>제공하고자 하는 페이지가 속한 폴더명과 파일명이 나타난 경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로를 나타냄</a:t>
            </a: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731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파라미터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http://music.naver.com/listen/top100.nhn?</a:t>
            </a:r>
            <a:r>
              <a:rPr lang="en-US" altLang="ko-KR" dirty="0">
                <a:highlight>
                  <a:srgbClr val="00FFFF"/>
                </a:highlight>
              </a:rPr>
              <a:t>domain=OVERSEA&amp;duration=1h</a:t>
            </a:r>
            <a:r>
              <a:rPr lang="en-US" altLang="ko-KR" dirty="0"/>
              <a:t>#content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가변적인 콘텐츠를 처리하기 위한 정보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sz="1600" dirty="0"/>
              <a:t>〮 </a:t>
            </a:r>
            <a:r>
              <a:rPr lang="ko-KR" altLang="en-US" sz="1600" dirty="0"/>
              <a:t>파라미터는 쿼리 </a:t>
            </a:r>
            <a:r>
              <a:rPr lang="ko-KR" altLang="en-US" sz="1600" dirty="0" err="1"/>
              <a:t>스트링이라고도</a:t>
            </a:r>
            <a:r>
              <a:rPr lang="ko-KR" altLang="en-US" sz="1600" dirty="0"/>
              <a:t>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정보에 따라서 페이지의 콘텐츠가 가변적일 때 많이 사용</a:t>
            </a:r>
            <a:endParaRPr lang="en-US" altLang="ko-KR" sz="1600" dirty="0"/>
          </a:p>
          <a:p>
            <a:r>
              <a:rPr lang="en-US" altLang="ko-KR" sz="1600" dirty="0"/>
              <a:t>	〮 </a:t>
            </a:r>
            <a:r>
              <a:rPr lang="ko-KR" altLang="en-US" sz="1600" dirty="0"/>
              <a:t>페이지는 하나이지만 검색어에 따라 다른 콘텐츠나 레이아웃으로 구성됨</a:t>
            </a:r>
            <a:endParaRPr lang="en-US" altLang="ko-KR" sz="1600" dirty="0"/>
          </a:p>
          <a:p>
            <a:r>
              <a:rPr lang="en-US" altLang="ko-KR" sz="1600" dirty="0"/>
              <a:t>	〮 </a:t>
            </a:r>
            <a:r>
              <a:rPr lang="ko-KR" altLang="en-US" sz="1600" dirty="0"/>
              <a:t>파라미터는 </a:t>
            </a:r>
            <a:r>
              <a:rPr lang="en-US" altLang="ko-KR" sz="1600" dirty="0" err="1"/>
              <a:t>url</a:t>
            </a:r>
            <a:r>
              <a:rPr lang="ko-KR" altLang="en-US" sz="1600" dirty="0"/>
              <a:t>의 파일 명 뒤 물음표 이후에 나열되며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이름과 값으로 구성된 세트가 </a:t>
            </a:r>
            <a:r>
              <a:rPr lang="en-US" altLang="ko-KR" sz="1600" dirty="0"/>
              <a:t>1</a:t>
            </a:r>
            <a:r>
              <a:rPr lang="ko-KR" altLang="en-US" sz="1600" dirty="0"/>
              <a:t>개 이상 존재</a:t>
            </a:r>
            <a:endParaRPr lang="en-US" altLang="ko-KR" sz="1600" dirty="0"/>
          </a:p>
          <a:p>
            <a:r>
              <a:rPr lang="en-US" altLang="ko-KR" sz="1600" dirty="0"/>
              <a:t>	  </a:t>
            </a:r>
            <a:r>
              <a:rPr lang="ko-KR" altLang="en-US" sz="1600" dirty="0"/>
              <a:t>할 </a:t>
            </a:r>
            <a:r>
              <a:rPr lang="ko-KR" altLang="en-US" sz="1600" dirty="0" err="1"/>
              <a:t>수있음</a:t>
            </a:r>
            <a:r>
              <a:rPr lang="en-US" altLang="ko-KR" sz="1600" dirty="0"/>
              <a:t>  </a:t>
            </a:r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en-US" altLang="ko-KR" dirty="0"/>
              <a:t>URL</a:t>
            </a:r>
            <a:r>
              <a:rPr lang="ko-KR" altLang="en-US" dirty="0"/>
              <a:t>을 구분하기 위한 정보</a:t>
            </a:r>
            <a:endParaRPr lang="en-US" altLang="ko-KR" dirty="0"/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ko-KR" altLang="en-US" dirty="0"/>
              <a:t>파일 디렉토리 및 파일 명 역할을 하기 위한 정보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6527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URL 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플래그먼트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	http://music.naver.com/listen/top100.nhn?domain=OVERSEA&amp;duration=1h</a:t>
            </a:r>
            <a:r>
              <a:rPr lang="en-US" altLang="ko-KR" dirty="0">
                <a:highlight>
                  <a:srgbClr val="FF00FF"/>
                </a:highlight>
              </a:rPr>
              <a:t>#content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</a:t>
            </a:r>
            <a:r>
              <a:rPr lang="ko-KR" altLang="en-US" dirty="0"/>
              <a:t> 해당 페이지에서 </a:t>
            </a:r>
            <a:r>
              <a:rPr lang="en-US" altLang="ko-KR" dirty="0"/>
              <a:t>content</a:t>
            </a:r>
            <a:r>
              <a:rPr lang="ko-KR" altLang="en-US" dirty="0"/>
              <a:t>영역을 지시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en-US" altLang="ko-KR" dirty="0" err="1"/>
              <a:t>url</a:t>
            </a:r>
            <a:r>
              <a:rPr lang="ko-KR" altLang="en-US" dirty="0"/>
              <a:t> 뒤에 해시태그를 붙인 </a:t>
            </a:r>
            <a:r>
              <a:rPr lang="en-US" altLang="ko-KR" dirty="0"/>
              <a:t>id</a:t>
            </a:r>
            <a:r>
              <a:rPr lang="ko-KR" altLang="en-US" dirty="0"/>
              <a:t>를 붙여서 확인하며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 err="1"/>
              <a:t>url</a:t>
            </a:r>
            <a:r>
              <a:rPr lang="ko-KR" altLang="en-US" dirty="0"/>
              <a:t>페이지에서 해시태그로 지시한 </a:t>
            </a:r>
            <a:r>
              <a:rPr lang="en-US" altLang="ko-KR" dirty="0"/>
              <a:t>id</a:t>
            </a:r>
            <a:r>
              <a:rPr lang="ko-KR" altLang="en-US" dirty="0"/>
              <a:t>요소를 스크롤 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이동없이 확인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여러 콘텐츠가 나열된 페이지의 특정 위치 정보를 사용자에게 함께 전달하고자 할 때 유용하게 쓰일 수 있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음</a:t>
            </a:r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927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HTTP </a:t>
              </a:r>
              <a:r>
                <a:rPr kumimoji="1" lang="ko-KR" altLang="en-US" sz="2800" b="1" dirty="0">
                  <a:latin typeface="+mj-ea"/>
                  <a:ea typeface="+mj-ea"/>
                </a:rPr>
                <a:t>요청과 응답 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HTTP</a:t>
            </a:r>
            <a:r>
              <a:rPr lang="ko-KR" altLang="en-US" sz="2400" b="1" dirty="0"/>
              <a:t> 요청과 응답 구조</a:t>
            </a:r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0458CE-8CF1-4E7D-953B-EB2A32FB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53997"/>
            <a:ext cx="9906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10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HTTP </a:t>
              </a:r>
              <a:r>
                <a:rPr kumimoji="1" lang="ko-KR" altLang="en-US" sz="2800" b="1" dirty="0">
                  <a:latin typeface="+mj-ea"/>
                  <a:ea typeface="+mj-ea"/>
                </a:rPr>
                <a:t>요청 메시지 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Start line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HTTP </a:t>
            </a:r>
            <a:r>
              <a:rPr lang="ko-KR" altLang="en-US" dirty="0"/>
              <a:t>메서드</a:t>
            </a:r>
            <a:r>
              <a:rPr lang="en-US" altLang="ko-KR" dirty="0"/>
              <a:t>, GET,PUT,POST </a:t>
            </a:r>
            <a:r>
              <a:rPr lang="ko-KR" altLang="en-US" dirty="0"/>
              <a:t>혹은 </a:t>
            </a:r>
            <a:r>
              <a:rPr lang="en-US" altLang="ko-KR" dirty="0"/>
              <a:t>HEAD,OPTIONS</a:t>
            </a:r>
            <a:r>
              <a:rPr lang="ko-KR" altLang="en-US" dirty="0"/>
              <a:t>를 사용해 서버가 수행해야할 동작을 나타냄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 URL, </a:t>
            </a:r>
            <a:r>
              <a:rPr lang="ko-KR" altLang="en-US" dirty="0"/>
              <a:t>또는 프로토콜</a:t>
            </a:r>
            <a:r>
              <a:rPr lang="en-US" altLang="ko-KR" dirty="0"/>
              <a:t>, </a:t>
            </a:r>
            <a:r>
              <a:rPr lang="ko-KR" altLang="en-US" dirty="0"/>
              <a:t>포트</a:t>
            </a:r>
            <a:r>
              <a:rPr lang="en-US" altLang="ko-KR" dirty="0"/>
              <a:t>,</a:t>
            </a:r>
            <a:r>
              <a:rPr lang="ko-KR" altLang="en-US" dirty="0"/>
              <a:t>도메인의 절대경로</a:t>
            </a:r>
            <a:endParaRPr lang="en-US" altLang="ko-KR" dirty="0"/>
          </a:p>
          <a:p>
            <a:r>
              <a:rPr lang="en-US" altLang="ko-KR" dirty="0"/>
              <a:t>	 </a:t>
            </a:r>
            <a:r>
              <a:rPr lang="en-US" altLang="ko-KR" sz="1600" dirty="0"/>
              <a:t>〮 origin</a:t>
            </a:r>
            <a:r>
              <a:rPr lang="ko-KR" altLang="en-US" sz="1600" dirty="0"/>
              <a:t>형식</a:t>
            </a:r>
            <a:r>
              <a:rPr lang="en-US" altLang="ko-KR" sz="1600" dirty="0"/>
              <a:t>: </a:t>
            </a:r>
            <a:r>
              <a:rPr lang="ko-KR" altLang="en-US" sz="1600" dirty="0"/>
              <a:t>끝에 </a:t>
            </a:r>
            <a:r>
              <a:rPr lang="en-US" altLang="ko-KR" sz="1600" dirty="0"/>
              <a:t>‘?’</a:t>
            </a:r>
            <a:r>
              <a:rPr lang="ko-KR" altLang="en-US" sz="1600" dirty="0"/>
              <a:t>와 쿼리 문자열이 붙는 절대경로 </a:t>
            </a:r>
            <a:endParaRPr lang="en-US" altLang="ko-KR" sz="1600" dirty="0"/>
          </a:p>
          <a:p>
            <a:r>
              <a:rPr lang="en-US" altLang="ko-KR" sz="1600" dirty="0"/>
              <a:t>		ex)</a:t>
            </a:r>
            <a:r>
              <a:rPr lang="ko-KR" altLang="en-US" sz="1600" dirty="0"/>
              <a:t> </a:t>
            </a:r>
            <a:r>
              <a:rPr lang="en-US" altLang="ko-KR" sz="1600" dirty="0"/>
              <a:t>POST / HTTP 1.1</a:t>
            </a:r>
          </a:p>
          <a:p>
            <a:r>
              <a:rPr lang="en-US" altLang="ko-KR" sz="1600" dirty="0"/>
              <a:t>	 〮 absolute</a:t>
            </a:r>
            <a:r>
              <a:rPr lang="ko-KR" altLang="en-US" sz="1600" dirty="0"/>
              <a:t>형식</a:t>
            </a:r>
            <a:r>
              <a:rPr lang="en-US" altLang="ko-KR" sz="1600" dirty="0"/>
              <a:t>: </a:t>
            </a:r>
            <a:r>
              <a:rPr lang="ko-KR" altLang="en-US" sz="1600" dirty="0"/>
              <a:t>완전한 </a:t>
            </a:r>
            <a:r>
              <a:rPr lang="en-US" altLang="ko-KR" sz="1600" dirty="0"/>
              <a:t>URL</a:t>
            </a:r>
            <a:r>
              <a:rPr lang="ko-KR" altLang="en-US" sz="1600" dirty="0"/>
              <a:t>형식</a:t>
            </a:r>
            <a:endParaRPr lang="en-US" altLang="ko-KR" sz="1600" dirty="0"/>
          </a:p>
          <a:p>
            <a:r>
              <a:rPr lang="en-US" altLang="ko-KR" sz="1600" dirty="0"/>
              <a:t>		ex) GET http://developer.mozilla.org/en-US/docs/Web/HTTP/Messages HTTP/1.1</a:t>
            </a:r>
          </a:p>
          <a:p>
            <a:r>
              <a:rPr lang="en-US" altLang="ko-KR" sz="1600" dirty="0"/>
              <a:t>	 〮 authority</a:t>
            </a:r>
            <a:r>
              <a:rPr lang="ko-KR" altLang="en-US" sz="1600" dirty="0"/>
              <a:t>형식</a:t>
            </a:r>
            <a:r>
              <a:rPr lang="en-US" altLang="ko-KR" sz="1600" dirty="0"/>
              <a:t>: </a:t>
            </a:r>
            <a:r>
              <a:rPr lang="ko-KR" altLang="en-US" sz="1600" dirty="0"/>
              <a:t>도메인 이름 및 옵션포트로 이루어진 </a:t>
            </a:r>
            <a:r>
              <a:rPr lang="en-US" altLang="ko-KR" sz="1600" dirty="0" err="1"/>
              <a:t>url</a:t>
            </a:r>
            <a:endParaRPr lang="en-US" altLang="ko-KR" sz="1600" dirty="0"/>
          </a:p>
          <a:p>
            <a:r>
              <a:rPr lang="en-US" altLang="ko-KR" sz="1600" dirty="0"/>
              <a:t>		ex) CONNECT developer.mozilla.org:80 HTTP/1.1</a:t>
            </a:r>
          </a:p>
          <a:p>
            <a:r>
              <a:rPr lang="en-US" altLang="ko-KR" sz="1600" dirty="0"/>
              <a:t>	 〮 asterisk</a:t>
            </a:r>
            <a:r>
              <a:rPr lang="ko-KR" altLang="en-US" sz="1600" dirty="0"/>
              <a:t>형식</a:t>
            </a:r>
            <a:r>
              <a:rPr lang="en-US" altLang="ko-KR" sz="1600" dirty="0"/>
              <a:t>: OPTIONS</a:t>
            </a:r>
            <a:r>
              <a:rPr lang="ko-KR" altLang="en-US" sz="1600" dirty="0"/>
              <a:t>와 함께 별표 하나로 간단하게 서버전체를 나타냄</a:t>
            </a:r>
            <a:endParaRPr lang="en-US" altLang="ko-KR" sz="1600" dirty="0"/>
          </a:p>
          <a:p>
            <a:r>
              <a:rPr lang="en-US" altLang="ko-KR" sz="1600" dirty="0"/>
              <a:t>		ex) OPTIONS * HTTP/1.1</a:t>
            </a:r>
          </a:p>
          <a:p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/>
              <a:t>마지막으로 </a:t>
            </a:r>
            <a:r>
              <a:rPr lang="en-US" altLang="ko-KR" dirty="0"/>
              <a:t>HTTP</a:t>
            </a:r>
            <a:r>
              <a:rPr lang="ko-KR" altLang="en-US" dirty="0"/>
              <a:t>버전이 </a:t>
            </a:r>
            <a:r>
              <a:rPr lang="ko-KR" altLang="en-US" dirty="0" err="1"/>
              <a:t>들어감</a:t>
            </a:r>
            <a:r>
              <a:rPr lang="en-US" altLang="ko-KR" dirty="0"/>
              <a:t>.</a:t>
            </a:r>
            <a:r>
              <a:rPr lang="ko-KR" altLang="en-US" dirty="0"/>
              <a:t> 메시지의 남은 구조를 결정하기 때문에 응답메시지에 써야할 </a:t>
            </a:r>
            <a:r>
              <a:rPr lang="en-US" altLang="ko-KR" dirty="0"/>
              <a:t>HTTP</a:t>
            </a:r>
            <a:r>
              <a:rPr lang="ko-KR" altLang="en-US" dirty="0"/>
              <a:t>버전을 </a:t>
            </a:r>
            <a:endParaRPr lang="en-US" altLang="ko-KR" dirty="0"/>
          </a:p>
          <a:p>
            <a:r>
              <a:rPr lang="en-US" altLang="ko-KR" dirty="0"/>
              <a:t>   OPTIONS * HTTP/1.1 </a:t>
            </a:r>
            <a:r>
              <a:rPr lang="ko-KR" altLang="en-US" dirty="0"/>
              <a:t>알려주는 역할</a:t>
            </a:r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9602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HTTP </a:t>
              </a:r>
              <a:r>
                <a:rPr kumimoji="1" lang="ko-KR" altLang="en-US" sz="2800" b="1" dirty="0">
                  <a:latin typeface="+mj-ea"/>
                  <a:ea typeface="+mj-ea"/>
                </a:rPr>
                <a:t>요청 메시지 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General </a:t>
            </a:r>
            <a:r>
              <a:rPr lang="ko-KR" altLang="en-US" dirty="0"/>
              <a:t>헤더</a:t>
            </a:r>
            <a:r>
              <a:rPr lang="en-US" altLang="ko-KR" dirty="0"/>
              <a:t>: via</a:t>
            </a:r>
            <a:r>
              <a:rPr lang="ko-KR" altLang="en-US" dirty="0"/>
              <a:t>와 같은 헤더는 메시지 전체에 적용됨</a:t>
            </a:r>
            <a:endParaRPr lang="en-US" altLang="ko-KR" dirty="0"/>
          </a:p>
          <a:p>
            <a:r>
              <a:rPr lang="en-US" altLang="ko-KR" dirty="0"/>
              <a:t>〮 Request </a:t>
            </a:r>
            <a:r>
              <a:rPr lang="ko-KR" altLang="en-US" dirty="0"/>
              <a:t>헤더</a:t>
            </a:r>
            <a:r>
              <a:rPr lang="en-US" altLang="ko-KR" dirty="0"/>
              <a:t>: User-</a:t>
            </a:r>
            <a:r>
              <a:rPr lang="en-US" altLang="ko-KR" dirty="0" err="1"/>
              <a:t>Agent,Accept</a:t>
            </a:r>
            <a:r>
              <a:rPr lang="en-US" altLang="ko-KR" dirty="0"/>
              <a:t>-Type</a:t>
            </a:r>
            <a:r>
              <a:rPr lang="ko-KR" altLang="en-US" dirty="0"/>
              <a:t>와 같은 헤더는 요청의 내용을 좀더 구체화 시키고 </a:t>
            </a:r>
            <a:r>
              <a:rPr lang="ko-KR" altLang="en-US" dirty="0" err="1"/>
              <a:t>컨텍스를</a:t>
            </a:r>
            <a:r>
              <a:rPr lang="ko-KR" altLang="en-US" dirty="0"/>
              <a:t> 제공하</a:t>
            </a:r>
            <a:endParaRPr lang="en-US" altLang="ko-KR" dirty="0"/>
          </a:p>
          <a:p>
            <a:r>
              <a:rPr lang="en-US" altLang="ko-KR" dirty="0"/>
              <a:t>	         </a:t>
            </a:r>
            <a:r>
              <a:rPr lang="ko-KR" altLang="en-US" dirty="0"/>
              <a:t>기도 하며 조건에 따른 제약사항을 가하기도 하면서 요청내용을 수정함</a:t>
            </a:r>
            <a:endParaRPr lang="en-US" altLang="ko-KR" dirty="0"/>
          </a:p>
          <a:p>
            <a:r>
              <a:rPr lang="en-US" altLang="ko-KR" dirty="0"/>
              <a:t>〮 Entity </a:t>
            </a:r>
            <a:r>
              <a:rPr lang="ko-KR" altLang="en-US" dirty="0"/>
              <a:t>헤더</a:t>
            </a:r>
            <a:r>
              <a:rPr lang="en-US" altLang="ko-KR" dirty="0"/>
              <a:t>: Content-Length</a:t>
            </a:r>
            <a:r>
              <a:rPr lang="ko-KR" altLang="en-US" dirty="0"/>
              <a:t>와 같은 헤더는 요청본문에 적용됨</a:t>
            </a:r>
            <a:r>
              <a:rPr lang="en-US" altLang="ko-KR" dirty="0"/>
              <a:t>. </a:t>
            </a:r>
            <a:r>
              <a:rPr lang="ko-KR" altLang="en-US" dirty="0"/>
              <a:t>요청내에 본문이 없는 경우 </a:t>
            </a:r>
            <a:r>
              <a:rPr lang="en-US" altLang="ko-KR" dirty="0"/>
              <a:t>entity</a:t>
            </a:r>
            <a:r>
              <a:rPr lang="ko-KR" altLang="en-US" dirty="0"/>
              <a:t>헤더는 전</a:t>
            </a:r>
            <a:endParaRPr lang="en-US" altLang="ko-KR" dirty="0"/>
          </a:p>
          <a:p>
            <a:r>
              <a:rPr lang="en-US" altLang="ko-KR" dirty="0"/>
              <a:t>	      </a:t>
            </a:r>
            <a:r>
              <a:rPr lang="ko-KR" altLang="en-US" dirty="0" err="1"/>
              <a:t>송되지</a:t>
            </a:r>
            <a:r>
              <a:rPr lang="ko-KR" altLang="en-US" dirty="0"/>
              <a:t> 않음</a:t>
            </a:r>
            <a:br>
              <a:rPr lang="ko-KR" altLang="en-US" dirty="0"/>
            </a:b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5494FE-BD97-4D09-AF26-48B79BA5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215" y="1626533"/>
            <a:ext cx="9325569" cy="302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7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HTTP </a:t>
              </a:r>
              <a:r>
                <a:rPr kumimoji="1" lang="ko-KR" altLang="en-US" sz="2800" b="1" dirty="0">
                  <a:latin typeface="+mj-ea"/>
                  <a:ea typeface="+mj-ea"/>
                </a:rPr>
                <a:t>요청 메시지 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본문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보통 </a:t>
            </a:r>
            <a:r>
              <a:rPr lang="en-US" altLang="ko-KR" dirty="0"/>
              <a:t>post</a:t>
            </a:r>
            <a:r>
              <a:rPr lang="ko-KR" altLang="en-US" dirty="0"/>
              <a:t>요청일 경우에 필요함</a:t>
            </a:r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단일</a:t>
            </a:r>
            <a:r>
              <a:rPr lang="en-US" altLang="ko-KR" dirty="0"/>
              <a:t>-</a:t>
            </a:r>
            <a:r>
              <a:rPr lang="ko-KR" altLang="en-US" dirty="0"/>
              <a:t>리소스 본문</a:t>
            </a:r>
            <a:r>
              <a:rPr lang="en-US" altLang="ko-KR" dirty="0"/>
              <a:t>: </a:t>
            </a:r>
            <a:r>
              <a:rPr lang="ko-KR" altLang="en-US" dirty="0"/>
              <a:t>헤더 두개</a:t>
            </a:r>
            <a:r>
              <a:rPr lang="en-US" altLang="ko-KR" dirty="0"/>
              <a:t>(Content-Type</a:t>
            </a:r>
            <a:r>
              <a:rPr lang="ko-KR" altLang="en-US" dirty="0"/>
              <a:t>과 </a:t>
            </a:r>
            <a:r>
              <a:rPr lang="en-US" altLang="ko-KR" dirty="0"/>
              <a:t>Content-Length)</a:t>
            </a:r>
            <a:r>
              <a:rPr lang="ko-KR" altLang="en-US" dirty="0"/>
              <a:t>로 정의된 단일 파트로 구성됨</a:t>
            </a:r>
            <a:endParaRPr lang="en-US" altLang="ko-KR" dirty="0"/>
          </a:p>
          <a:p>
            <a:r>
              <a:rPr lang="en-US" altLang="ko-KR" dirty="0"/>
              <a:t>〮 </a:t>
            </a:r>
            <a:r>
              <a:rPr lang="ko-KR" altLang="en-US" dirty="0"/>
              <a:t>다중</a:t>
            </a:r>
            <a:r>
              <a:rPr lang="en-US" altLang="ko-KR" dirty="0"/>
              <a:t>-</a:t>
            </a:r>
            <a:r>
              <a:rPr lang="ko-KR" altLang="en-US" dirty="0"/>
              <a:t>리소스 본문</a:t>
            </a:r>
            <a:r>
              <a:rPr lang="en-US" altLang="ko-KR" dirty="0"/>
              <a:t>: </a:t>
            </a:r>
            <a:r>
              <a:rPr lang="ko-KR" altLang="en-US" dirty="0"/>
              <a:t>멀티파트 본문으로 구성되며 파트마다 다른 정보를 지니게 됨</a:t>
            </a:r>
            <a:r>
              <a:rPr lang="en-US" altLang="ko-KR" dirty="0"/>
              <a:t>. </a:t>
            </a:r>
            <a:r>
              <a:rPr lang="ko-KR" altLang="en-US" dirty="0"/>
              <a:t>보통 </a:t>
            </a:r>
            <a:r>
              <a:rPr lang="en-US" altLang="ko-KR" dirty="0"/>
              <a:t>HTML</a:t>
            </a:r>
            <a:r>
              <a:rPr lang="ko-KR" altLang="en-US" dirty="0"/>
              <a:t>폼과 관련됨</a:t>
            </a:r>
            <a:endParaRPr lang="en-US" altLang="ko-KR" dirty="0"/>
          </a:p>
          <a:p>
            <a:br>
              <a:rPr lang="ko-KR" altLang="en-US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096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HTTP </a:t>
              </a:r>
              <a:r>
                <a:rPr kumimoji="1" lang="ko-KR" altLang="en-US" sz="2800" b="1" dirty="0">
                  <a:latin typeface="+mj-ea"/>
                  <a:ea typeface="+mj-ea"/>
                </a:rPr>
                <a:t>응답 메시지 구조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HEADER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C26FAB-3E44-4C6B-B9B4-18EA2994B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81" y="2008945"/>
            <a:ext cx="9086822" cy="382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55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 POST&amp;GET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POST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2390F7-02DA-4DB8-8B5C-6697B55F7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967" y="1483052"/>
            <a:ext cx="9068065" cy="51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8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3. POST&amp;GET</a:t>
              </a:r>
              <a:endParaRPr kumimoji="1" lang="ko-KR" altLang="en-US" sz="12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GET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17B1BB-4FFE-4634-8AE5-12EE24C1E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266" y="1483052"/>
            <a:ext cx="7324701" cy="512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2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</a:rPr>
                <a:t>3. POST&amp;GET</a:t>
              </a:r>
              <a:endParaRPr kumimoji="1" lang="ko-KR" altLang="en-US" sz="1200" b="1" dirty="0">
                <a:latin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RESULT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FD9C71-B22F-44A9-88AB-22DDDF46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14" y="2182500"/>
            <a:ext cx="11663771" cy="288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83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3.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8766</TotalTime>
  <Words>1392</Words>
  <Application>Microsoft Office PowerPoint</Application>
  <PresentationFormat>와이드스크린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120</cp:revision>
  <dcterms:created xsi:type="dcterms:W3CDTF">2020-07-09T09:06:23Z</dcterms:created>
  <dcterms:modified xsi:type="dcterms:W3CDTF">2020-08-07T03:56:06Z</dcterms:modified>
</cp:coreProperties>
</file>